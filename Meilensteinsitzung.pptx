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rawing1.xml" ContentType="application/vnd.ms-office.drawingml.diagramDrawing+xml"/>
  <Override PartName="/ppt/diagrams/data1.xml" ContentType="application/vnd.openxmlformats-officedocument.drawingml.diagramData+xml"/>
  <Override PartName="/ppt/diagrams/quickStyle3.xml" ContentType="application/vnd.openxmlformats-officedocument.drawingml.diagramStyle+xml"/>
  <Override PartName="/ppt/diagrams/drawing2.xml" ContentType="application/vnd.ms-office.drawingml.diagramDrawing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4.xml" ContentType="application/vnd.openxmlformats-officedocument.drawingml.diagramStyle+xml"/>
  <Override PartName="/ppt/diagrams/data2.xml" ContentType="application/vnd.openxmlformats-officedocument.drawingml.diagramData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drawing3.xml" ContentType="application/vnd.ms-office.drawingml.diagramDrawing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drawing4.xml" ContentType="application/vnd.ms-office.drawingml.diagramDrawing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drawing5.xml" ContentType="application/vnd.ms-office.drawingml.diagramDrawing+xml"/>
  <Override PartName="/ppt/diagrams/colors4.xml" ContentType="application/vnd.openxmlformats-officedocument.drawingml.diagramColor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drawing6.xml" ContentType="application/vnd.ms-office.drawingml.diagramDrawing+xml"/>
  <Override PartName="/ppt/diagrams/colors5.xml" ContentType="application/vnd.openxmlformats-officedocument.drawingml.diagramColors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colors6.xml" ContentType="application/vnd.openxmlformats-officedocument.drawingml.diagramColor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18539A-60B6-41BF-9BB8-F1D9CA0FA7E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EF6A5A3D-5AFE-4D13-BEAE-0946272067E9}">
      <dgm:prSet phldrT="[Text]"/>
      <dgm:spPr/>
      <dgm:t>
        <a:bodyPr/>
        <a:lstStyle/>
        <a:p>
          <a:r>
            <a:rPr lang="de-DE" dirty="0"/>
            <a:t>Ist-Zustand</a:t>
          </a:r>
        </a:p>
      </dgm:t>
    </dgm:pt>
    <dgm:pt modelId="{EBA1E7AC-1883-4FA9-8124-49C496EBAB57}" type="parTrans" cxnId="{FD08CC07-34D4-4EA2-A316-B4118F98C874}">
      <dgm:prSet/>
      <dgm:spPr/>
      <dgm:t>
        <a:bodyPr/>
        <a:lstStyle/>
        <a:p>
          <a:endParaRPr lang="de-DE"/>
        </a:p>
      </dgm:t>
    </dgm:pt>
    <dgm:pt modelId="{A8736456-A6DF-4FA2-83A1-42625247FB9A}" type="sibTrans" cxnId="{FD08CC07-34D4-4EA2-A316-B4118F98C874}">
      <dgm:prSet/>
      <dgm:spPr/>
      <dgm:t>
        <a:bodyPr/>
        <a:lstStyle/>
        <a:p>
          <a:endParaRPr lang="de-DE"/>
        </a:p>
      </dgm:t>
    </dgm:pt>
    <dgm:pt modelId="{23218007-A3A8-4519-B5BA-FF886028869A}">
      <dgm:prSet phldrT="[Text]"/>
      <dgm:spPr/>
      <dgm:t>
        <a:bodyPr/>
        <a:lstStyle/>
        <a:p>
          <a:r>
            <a:rPr lang="de-DE" dirty="0"/>
            <a:t>Soll-Konzept</a:t>
          </a:r>
        </a:p>
      </dgm:t>
    </dgm:pt>
    <dgm:pt modelId="{2903BA91-4EAE-4A0D-A327-94A600CBFA53}" type="parTrans" cxnId="{7AA47EE0-7626-410E-8954-FCD50B9E9E41}">
      <dgm:prSet/>
      <dgm:spPr/>
      <dgm:t>
        <a:bodyPr/>
        <a:lstStyle/>
        <a:p>
          <a:endParaRPr lang="de-DE"/>
        </a:p>
      </dgm:t>
    </dgm:pt>
    <dgm:pt modelId="{9348F7C4-B67C-4A73-B315-CD9B7F9466F5}" type="sibTrans" cxnId="{7AA47EE0-7626-410E-8954-FCD50B9E9E41}">
      <dgm:prSet/>
      <dgm:spPr/>
      <dgm:t>
        <a:bodyPr/>
        <a:lstStyle/>
        <a:p>
          <a:endParaRPr lang="de-DE"/>
        </a:p>
      </dgm:t>
    </dgm:pt>
    <dgm:pt modelId="{9FE3C8CC-165E-469F-9FEA-9DEA2453C48D}">
      <dgm:prSet phldrT="[Text]"/>
      <dgm:spPr/>
      <dgm:t>
        <a:bodyPr/>
        <a:lstStyle/>
        <a:p>
          <a:r>
            <a:rPr lang="de-DE" dirty="0"/>
            <a:t>Zielsetzung</a:t>
          </a:r>
        </a:p>
      </dgm:t>
    </dgm:pt>
    <dgm:pt modelId="{48251EA7-15DE-4636-B7E0-12B501326385}" type="parTrans" cxnId="{DFA37454-751B-4C92-B431-E7AFE6C22DE9}">
      <dgm:prSet/>
      <dgm:spPr/>
      <dgm:t>
        <a:bodyPr/>
        <a:lstStyle/>
        <a:p>
          <a:endParaRPr lang="de-DE"/>
        </a:p>
      </dgm:t>
    </dgm:pt>
    <dgm:pt modelId="{7CFD9CA5-50A3-4243-BAEB-73AA912674A0}" type="sibTrans" cxnId="{DFA37454-751B-4C92-B431-E7AFE6C22DE9}">
      <dgm:prSet/>
      <dgm:spPr/>
      <dgm:t>
        <a:bodyPr/>
        <a:lstStyle/>
        <a:p>
          <a:endParaRPr lang="de-DE"/>
        </a:p>
      </dgm:t>
    </dgm:pt>
    <dgm:pt modelId="{0C121CCE-9894-42FC-B3CA-A2F7BDC3DF0C}">
      <dgm:prSet phldrT="[Text]"/>
      <dgm:spPr/>
      <dgm:t>
        <a:bodyPr/>
        <a:lstStyle/>
        <a:p>
          <a:r>
            <a:rPr lang="de-DE" dirty="0"/>
            <a:t>Zwischenstand</a:t>
          </a:r>
        </a:p>
      </dgm:t>
    </dgm:pt>
    <dgm:pt modelId="{07253FE8-1222-42AC-87F5-4B598CF36CB5}" type="parTrans" cxnId="{D476320E-2842-43A7-95AE-D102FB58F248}">
      <dgm:prSet/>
      <dgm:spPr/>
      <dgm:t>
        <a:bodyPr/>
        <a:lstStyle/>
        <a:p>
          <a:endParaRPr lang="de-DE"/>
        </a:p>
      </dgm:t>
    </dgm:pt>
    <dgm:pt modelId="{E51D0682-B233-4877-A939-05DA4D3D3737}" type="sibTrans" cxnId="{D476320E-2842-43A7-95AE-D102FB58F248}">
      <dgm:prSet/>
      <dgm:spPr/>
      <dgm:t>
        <a:bodyPr/>
        <a:lstStyle/>
        <a:p>
          <a:endParaRPr lang="de-DE"/>
        </a:p>
      </dgm:t>
    </dgm:pt>
    <dgm:pt modelId="{356C15EE-56D4-4254-955F-CD78C9C37923}">
      <dgm:prSet phldrT="[Text]"/>
      <dgm:spPr>
        <a:solidFill>
          <a:schemeClr val="accent2"/>
        </a:solidFill>
      </dgm:spPr>
      <dgm:t>
        <a:bodyPr/>
        <a:lstStyle/>
        <a:p>
          <a:r>
            <a:rPr lang="de-DE" dirty="0"/>
            <a:t>Projekt</a:t>
          </a:r>
        </a:p>
      </dgm:t>
    </dgm:pt>
    <dgm:pt modelId="{27677972-D419-4B93-BB44-9B8DC67CD67A}" type="sibTrans" cxnId="{1D61AF5D-3FE9-4AA0-AD0E-52B3386A5557}">
      <dgm:prSet/>
      <dgm:spPr/>
      <dgm:t>
        <a:bodyPr/>
        <a:lstStyle/>
        <a:p>
          <a:endParaRPr lang="de-DE"/>
        </a:p>
      </dgm:t>
    </dgm:pt>
    <dgm:pt modelId="{461D48E8-C516-4157-918B-8E2F067B11ED}" type="parTrans" cxnId="{1D61AF5D-3FE9-4AA0-AD0E-52B3386A5557}">
      <dgm:prSet/>
      <dgm:spPr/>
      <dgm:t>
        <a:bodyPr/>
        <a:lstStyle/>
        <a:p>
          <a:endParaRPr lang="de-DE"/>
        </a:p>
      </dgm:t>
    </dgm:pt>
    <dgm:pt modelId="{A7C3F6C9-D74E-4113-84C7-C33DDD2C4F81}" type="pres">
      <dgm:prSet presAssocID="{D218539A-60B6-41BF-9BB8-F1D9CA0FA7E5}" presName="Name0" presStyleCnt="0">
        <dgm:presLayoutVars>
          <dgm:dir/>
          <dgm:resizeHandles val="exact"/>
        </dgm:presLayoutVars>
      </dgm:prSet>
      <dgm:spPr/>
    </dgm:pt>
    <dgm:pt modelId="{BCC554A3-1705-4F44-8198-9779A483A7B8}" type="pres">
      <dgm:prSet presAssocID="{356C15EE-56D4-4254-955F-CD78C9C37923}" presName="parTxOnly" presStyleLbl="node1" presStyleIdx="0" presStyleCnt="5">
        <dgm:presLayoutVars>
          <dgm:bulletEnabled val="1"/>
        </dgm:presLayoutVars>
      </dgm:prSet>
      <dgm:spPr/>
    </dgm:pt>
    <dgm:pt modelId="{9D0AF631-6A76-4E1A-A424-0D1EDF5507F4}" type="pres">
      <dgm:prSet presAssocID="{27677972-D419-4B93-BB44-9B8DC67CD67A}" presName="parSpace" presStyleCnt="0"/>
      <dgm:spPr/>
    </dgm:pt>
    <dgm:pt modelId="{6056B1AE-8489-4E24-82AC-066EDD753410}" type="pres">
      <dgm:prSet presAssocID="{EF6A5A3D-5AFE-4D13-BEAE-0946272067E9}" presName="parTxOnly" presStyleLbl="node1" presStyleIdx="1" presStyleCnt="5">
        <dgm:presLayoutVars>
          <dgm:bulletEnabled val="1"/>
        </dgm:presLayoutVars>
      </dgm:prSet>
      <dgm:spPr/>
    </dgm:pt>
    <dgm:pt modelId="{740E14AD-49FA-44ED-8D79-F4ACCE4E9757}" type="pres">
      <dgm:prSet presAssocID="{A8736456-A6DF-4FA2-83A1-42625247FB9A}" presName="parSpace" presStyleCnt="0"/>
      <dgm:spPr/>
    </dgm:pt>
    <dgm:pt modelId="{3CD73A72-6683-4B84-9A3A-FC0755FB3C22}" type="pres">
      <dgm:prSet presAssocID="{23218007-A3A8-4519-B5BA-FF886028869A}" presName="parTxOnly" presStyleLbl="node1" presStyleIdx="2" presStyleCnt="5">
        <dgm:presLayoutVars>
          <dgm:bulletEnabled val="1"/>
        </dgm:presLayoutVars>
      </dgm:prSet>
      <dgm:spPr/>
    </dgm:pt>
    <dgm:pt modelId="{9CF44B1C-87D0-4259-AD82-ACF1C7D817F4}" type="pres">
      <dgm:prSet presAssocID="{9348F7C4-B67C-4A73-B315-CD9B7F9466F5}" presName="parSpace" presStyleCnt="0"/>
      <dgm:spPr/>
    </dgm:pt>
    <dgm:pt modelId="{AF5174E4-5F0D-4FAC-B2B9-0C4E42C0F0C4}" type="pres">
      <dgm:prSet presAssocID="{9FE3C8CC-165E-469F-9FEA-9DEA2453C48D}" presName="parTxOnly" presStyleLbl="node1" presStyleIdx="3" presStyleCnt="5">
        <dgm:presLayoutVars>
          <dgm:bulletEnabled val="1"/>
        </dgm:presLayoutVars>
      </dgm:prSet>
      <dgm:spPr/>
    </dgm:pt>
    <dgm:pt modelId="{756628A3-5FA6-43B1-8869-15645BA9C3B5}" type="pres">
      <dgm:prSet presAssocID="{7CFD9CA5-50A3-4243-BAEB-73AA912674A0}" presName="parSpace" presStyleCnt="0"/>
      <dgm:spPr/>
    </dgm:pt>
    <dgm:pt modelId="{0BB7E56B-F466-47B3-8564-905FD8DDF759}" type="pres">
      <dgm:prSet presAssocID="{0C121CCE-9894-42FC-B3CA-A2F7BDC3DF0C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FD08CC07-34D4-4EA2-A316-B4118F98C874}" srcId="{D218539A-60B6-41BF-9BB8-F1D9CA0FA7E5}" destId="{EF6A5A3D-5AFE-4D13-BEAE-0946272067E9}" srcOrd="1" destOrd="0" parTransId="{EBA1E7AC-1883-4FA9-8124-49C496EBAB57}" sibTransId="{A8736456-A6DF-4FA2-83A1-42625247FB9A}"/>
    <dgm:cxn modelId="{D476320E-2842-43A7-95AE-D102FB58F248}" srcId="{D218539A-60B6-41BF-9BB8-F1D9CA0FA7E5}" destId="{0C121CCE-9894-42FC-B3CA-A2F7BDC3DF0C}" srcOrd="4" destOrd="0" parTransId="{07253FE8-1222-42AC-87F5-4B598CF36CB5}" sibTransId="{E51D0682-B233-4877-A939-05DA4D3D3737}"/>
    <dgm:cxn modelId="{BAA7B816-0EF5-4AFE-B0A5-E06A3A13078E}" type="presOf" srcId="{356C15EE-56D4-4254-955F-CD78C9C37923}" destId="{BCC554A3-1705-4F44-8198-9779A483A7B8}" srcOrd="0" destOrd="0" presId="urn:microsoft.com/office/officeart/2005/8/layout/hChevron3"/>
    <dgm:cxn modelId="{1D61AF5D-3FE9-4AA0-AD0E-52B3386A5557}" srcId="{D218539A-60B6-41BF-9BB8-F1D9CA0FA7E5}" destId="{356C15EE-56D4-4254-955F-CD78C9C37923}" srcOrd="0" destOrd="0" parTransId="{461D48E8-C516-4157-918B-8E2F067B11ED}" sibTransId="{27677972-D419-4B93-BB44-9B8DC67CD67A}"/>
    <dgm:cxn modelId="{B6643867-3FAD-413D-BB4C-5EBA3BFB2209}" type="presOf" srcId="{D218539A-60B6-41BF-9BB8-F1D9CA0FA7E5}" destId="{A7C3F6C9-D74E-4113-84C7-C33DDD2C4F81}" srcOrd="0" destOrd="0" presId="urn:microsoft.com/office/officeart/2005/8/layout/hChevron3"/>
    <dgm:cxn modelId="{9FCA486A-E8BE-43F5-8D44-57E68597B54F}" type="presOf" srcId="{0C121CCE-9894-42FC-B3CA-A2F7BDC3DF0C}" destId="{0BB7E56B-F466-47B3-8564-905FD8DDF759}" srcOrd="0" destOrd="0" presId="urn:microsoft.com/office/officeart/2005/8/layout/hChevron3"/>
    <dgm:cxn modelId="{DFA37454-751B-4C92-B431-E7AFE6C22DE9}" srcId="{D218539A-60B6-41BF-9BB8-F1D9CA0FA7E5}" destId="{9FE3C8CC-165E-469F-9FEA-9DEA2453C48D}" srcOrd="3" destOrd="0" parTransId="{48251EA7-15DE-4636-B7E0-12B501326385}" sibTransId="{7CFD9CA5-50A3-4243-BAEB-73AA912674A0}"/>
    <dgm:cxn modelId="{B88C0C8E-1C9A-48A5-A831-59CDFE0CFD24}" type="presOf" srcId="{23218007-A3A8-4519-B5BA-FF886028869A}" destId="{3CD73A72-6683-4B84-9A3A-FC0755FB3C22}" srcOrd="0" destOrd="0" presId="urn:microsoft.com/office/officeart/2005/8/layout/hChevron3"/>
    <dgm:cxn modelId="{D1EE14BC-4EE3-48CA-A5DB-25B261817F2E}" type="presOf" srcId="{EF6A5A3D-5AFE-4D13-BEAE-0946272067E9}" destId="{6056B1AE-8489-4E24-82AC-066EDD753410}" srcOrd="0" destOrd="0" presId="urn:microsoft.com/office/officeart/2005/8/layout/hChevron3"/>
    <dgm:cxn modelId="{7AA47EE0-7626-410E-8954-FCD50B9E9E41}" srcId="{D218539A-60B6-41BF-9BB8-F1D9CA0FA7E5}" destId="{23218007-A3A8-4519-B5BA-FF886028869A}" srcOrd="2" destOrd="0" parTransId="{2903BA91-4EAE-4A0D-A327-94A600CBFA53}" sibTransId="{9348F7C4-B67C-4A73-B315-CD9B7F9466F5}"/>
    <dgm:cxn modelId="{664946F2-ECE0-4F63-BAD4-2CF7EAF2D9C4}" type="presOf" srcId="{9FE3C8CC-165E-469F-9FEA-9DEA2453C48D}" destId="{AF5174E4-5F0D-4FAC-B2B9-0C4E42C0F0C4}" srcOrd="0" destOrd="0" presId="urn:microsoft.com/office/officeart/2005/8/layout/hChevron3"/>
    <dgm:cxn modelId="{EB0DC60F-78FC-4098-B2BC-DCD0C7001958}" type="presParOf" srcId="{A7C3F6C9-D74E-4113-84C7-C33DDD2C4F81}" destId="{BCC554A3-1705-4F44-8198-9779A483A7B8}" srcOrd="0" destOrd="0" presId="urn:microsoft.com/office/officeart/2005/8/layout/hChevron3"/>
    <dgm:cxn modelId="{0F751C6F-8EBC-47C3-81FA-81AC49A22BA8}" type="presParOf" srcId="{A7C3F6C9-D74E-4113-84C7-C33DDD2C4F81}" destId="{9D0AF631-6A76-4E1A-A424-0D1EDF5507F4}" srcOrd="1" destOrd="0" presId="urn:microsoft.com/office/officeart/2005/8/layout/hChevron3"/>
    <dgm:cxn modelId="{89823882-2950-401E-BA8C-3ACC7ABE6EBE}" type="presParOf" srcId="{A7C3F6C9-D74E-4113-84C7-C33DDD2C4F81}" destId="{6056B1AE-8489-4E24-82AC-066EDD753410}" srcOrd="2" destOrd="0" presId="urn:microsoft.com/office/officeart/2005/8/layout/hChevron3"/>
    <dgm:cxn modelId="{7255FBDF-0D55-46FC-A7D0-E9BE739E65E8}" type="presParOf" srcId="{A7C3F6C9-D74E-4113-84C7-C33DDD2C4F81}" destId="{740E14AD-49FA-44ED-8D79-F4ACCE4E9757}" srcOrd="3" destOrd="0" presId="urn:microsoft.com/office/officeart/2005/8/layout/hChevron3"/>
    <dgm:cxn modelId="{964F5527-62EF-4CCE-A700-836333ECDEEA}" type="presParOf" srcId="{A7C3F6C9-D74E-4113-84C7-C33DDD2C4F81}" destId="{3CD73A72-6683-4B84-9A3A-FC0755FB3C22}" srcOrd="4" destOrd="0" presId="urn:microsoft.com/office/officeart/2005/8/layout/hChevron3"/>
    <dgm:cxn modelId="{9820EA91-2C66-4AF7-B6CD-8CB940E7C2EA}" type="presParOf" srcId="{A7C3F6C9-D74E-4113-84C7-C33DDD2C4F81}" destId="{9CF44B1C-87D0-4259-AD82-ACF1C7D817F4}" srcOrd="5" destOrd="0" presId="urn:microsoft.com/office/officeart/2005/8/layout/hChevron3"/>
    <dgm:cxn modelId="{87F7C04B-9ABF-457C-8534-67E3808E2542}" type="presParOf" srcId="{A7C3F6C9-D74E-4113-84C7-C33DDD2C4F81}" destId="{AF5174E4-5F0D-4FAC-B2B9-0C4E42C0F0C4}" srcOrd="6" destOrd="0" presId="urn:microsoft.com/office/officeart/2005/8/layout/hChevron3"/>
    <dgm:cxn modelId="{D84BCF30-4506-4488-841C-56216DAD1FA5}" type="presParOf" srcId="{A7C3F6C9-D74E-4113-84C7-C33DDD2C4F81}" destId="{756628A3-5FA6-43B1-8869-15645BA9C3B5}" srcOrd="7" destOrd="0" presId="urn:microsoft.com/office/officeart/2005/8/layout/hChevron3"/>
    <dgm:cxn modelId="{F4DFB941-931F-43F0-A7B8-E56F8F4A4124}" type="presParOf" srcId="{A7C3F6C9-D74E-4113-84C7-C33DDD2C4F81}" destId="{0BB7E56B-F466-47B3-8564-905FD8DDF759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18539A-60B6-41BF-9BB8-F1D9CA0FA7E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EF6A5A3D-5AFE-4D13-BEAE-0946272067E9}">
      <dgm:prSet phldrT="[Text]"/>
      <dgm:spPr>
        <a:solidFill>
          <a:schemeClr val="accent2"/>
        </a:solidFill>
      </dgm:spPr>
      <dgm:t>
        <a:bodyPr/>
        <a:lstStyle/>
        <a:p>
          <a:r>
            <a:rPr lang="de-DE" dirty="0"/>
            <a:t>Ist-Zustand</a:t>
          </a:r>
        </a:p>
      </dgm:t>
    </dgm:pt>
    <dgm:pt modelId="{EBA1E7AC-1883-4FA9-8124-49C496EBAB57}" type="parTrans" cxnId="{FD08CC07-34D4-4EA2-A316-B4118F98C874}">
      <dgm:prSet/>
      <dgm:spPr/>
      <dgm:t>
        <a:bodyPr/>
        <a:lstStyle/>
        <a:p>
          <a:endParaRPr lang="de-DE"/>
        </a:p>
      </dgm:t>
    </dgm:pt>
    <dgm:pt modelId="{A8736456-A6DF-4FA2-83A1-42625247FB9A}" type="sibTrans" cxnId="{FD08CC07-34D4-4EA2-A316-B4118F98C874}">
      <dgm:prSet/>
      <dgm:spPr/>
      <dgm:t>
        <a:bodyPr/>
        <a:lstStyle/>
        <a:p>
          <a:endParaRPr lang="de-DE"/>
        </a:p>
      </dgm:t>
    </dgm:pt>
    <dgm:pt modelId="{23218007-A3A8-4519-B5BA-FF886028869A}">
      <dgm:prSet phldrT="[Text]"/>
      <dgm:spPr/>
      <dgm:t>
        <a:bodyPr/>
        <a:lstStyle/>
        <a:p>
          <a:r>
            <a:rPr lang="de-DE" dirty="0"/>
            <a:t>Soll-Konzept</a:t>
          </a:r>
        </a:p>
      </dgm:t>
    </dgm:pt>
    <dgm:pt modelId="{2903BA91-4EAE-4A0D-A327-94A600CBFA53}" type="parTrans" cxnId="{7AA47EE0-7626-410E-8954-FCD50B9E9E41}">
      <dgm:prSet/>
      <dgm:spPr/>
      <dgm:t>
        <a:bodyPr/>
        <a:lstStyle/>
        <a:p>
          <a:endParaRPr lang="de-DE"/>
        </a:p>
      </dgm:t>
    </dgm:pt>
    <dgm:pt modelId="{9348F7C4-B67C-4A73-B315-CD9B7F9466F5}" type="sibTrans" cxnId="{7AA47EE0-7626-410E-8954-FCD50B9E9E41}">
      <dgm:prSet/>
      <dgm:spPr/>
      <dgm:t>
        <a:bodyPr/>
        <a:lstStyle/>
        <a:p>
          <a:endParaRPr lang="de-DE"/>
        </a:p>
      </dgm:t>
    </dgm:pt>
    <dgm:pt modelId="{9FE3C8CC-165E-469F-9FEA-9DEA2453C48D}">
      <dgm:prSet phldrT="[Text]"/>
      <dgm:spPr/>
      <dgm:t>
        <a:bodyPr/>
        <a:lstStyle/>
        <a:p>
          <a:r>
            <a:rPr lang="de-DE" dirty="0"/>
            <a:t>Zielsetzung</a:t>
          </a:r>
        </a:p>
      </dgm:t>
    </dgm:pt>
    <dgm:pt modelId="{48251EA7-15DE-4636-B7E0-12B501326385}" type="parTrans" cxnId="{DFA37454-751B-4C92-B431-E7AFE6C22DE9}">
      <dgm:prSet/>
      <dgm:spPr/>
      <dgm:t>
        <a:bodyPr/>
        <a:lstStyle/>
        <a:p>
          <a:endParaRPr lang="de-DE"/>
        </a:p>
      </dgm:t>
    </dgm:pt>
    <dgm:pt modelId="{7CFD9CA5-50A3-4243-BAEB-73AA912674A0}" type="sibTrans" cxnId="{DFA37454-751B-4C92-B431-E7AFE6C22DE9}">
      <dgm:prSet/>
      <dgm:spPr/>
      <dgm:t>
        <a:bodyPr/>
        <a:lstStyle/>
        <a:p>
          <a:endParaRPr lang="de-DE"/>
        </a:p>
      </dgm:t>
    </dgm:pt>
    <dgm:pt modelId="{0C121CCE-9894-42FC-B3CA-A2F7BDC3DF0C}">
      <dgm:prSet phldrT="[Text]"/>
      <dgm:spPr/>
      <dgm:t>
        <a:bodyPr/>
        <a:lstStyle/>
        <a:p>
          <a:r>
            <a:rPr lang="de-DE" dirty="0"/>
            <a:t>Zwischenstand</a:t>
          </a:r>
        </a:p>
      </dgm:t>
    </dgm:pt>
    <dgm:pt modelId="{07253FE8-1222-42AC-87F5-4B598CF36CB5}" type="parTrans" cxnId="{D476320E-2842-43A7-95AE-D102FB58F248}">
      <dgm:prSet/>
      <dgm:spPr/>
      <dgm:t>
        <a:bodyPr/>
        <a:lstStyle/>
        <a:p>
          <a:endParaRPr lang="de-DE"/>
        </a:p>
      </dgm:t>
    </dgm:pt>
    <dgm:pt modelId="{E51D0682-B233-4877-A939-05DA4D3D3737}" type="sibTrans" cxnId="{D476320E-2842-43A7-95AE-D102FB58F248}">
      <dgm:prSet/>
      <dgm:spPr/>
      <dgm:t>
        <a:bodyPr/>
        <a:lstStyle/>
        <a:p>
          <a:endParaRPr lang="de-DE"/>
        </a:p>
      </dgm:t>
    </dgm:pt>
    <dgm:pt modelId="{356C15EE-56D4-4254-955F-CD78C9C37923}">
      <dgm:prSet phldrT="[Text]"/>
      <dgm:spPr/>
      <dgm:t>
        <a:bodyPr/>
        <a:lstStyle/>
        <a:p>
          <a:r>
            <a:rPr lang="de-DE" dirty="0"/>
            <a:t>Projekt</a:t>
          </a:r>
        </a:p>
      </dgm:t>
    </dgm:pt>
    <dgm:pt modelId="{27677972-D419-4B93-BB44-9B8DC67CD67A}" type="sibTrans" cxnId="{1D61AF5D-3FE9-4AA0-AD0E-52B3386A5557}">
      <dgm:prSet/>
      <dgm:spPr/>
      <dgm:t>
        <a:bodyPr/>
        <a:lstStyle/>
        <a:p>
          <a:endParaRPr lang="de-DE"/>
        </a:p>
      </dgm:t>
    </dgm:pt>
    <dgm:pt modelId="{461D48E8-C516-4157-918B-8E2F067B11ED}" type="parTrans" cxnId="{1D61AF5D-3FE9-4AA0-AD0E-52B3386A5557}">
      <dgm:prSet/>
      <dgm:spPr/>
      <dgm:t>
        <a:bodyPr/>
        <a:lstStyle/>
        <a:p>
          <a:endParaRPr lang="de-DE"/>
        </a:p>
      </dgm:t>
    </dgm:pt>
    <dgm:pt modelId="{A7C3F6C9-D74E-4113-84C7-C33DDD2C4F81}" type="pres">
      <dgm:prSet presAssocID="{D218539A-60B6-41BF-9BB8-F1D9CA0FA7E5}" presName="Name0" presStyleCnt="0">
        <dgm:presLayoutVars>
          <dgm:dir/>
          <dgm:resizeHandles val="exact"/>
        </dgm:presLayoutVars>
      </dgm:prSet>
      <dgm:spPr/>
    </dgm:pt>
    <dgm:pt modelId="{BCC554A3-1705-4F44-8198-9779A483A7B8}" type="pres">
      <dgm:prSet presAssocID="{356C15EE-56D4-4254-955F-CD78C9C37923}" presName="parTxOnly" presStyleLbl="node1" presStyleIdx="0" presStyleCnt="5">
        <dgm:presLayoutVars>
          <dgm:bulletEnabled val="1"/>
        </dgm:presLayoutVars>
      </dgm:prSet>
      <dgm:spPr/>
    </dgm:pt>
    <dgm:pt modelId="{9D0AF631-6A76-4E1A-A424-0D1EDF5507F4}" type="pres">
      <dgm:prSet presAssocID="{27677972-D419-4B93-BB44-9B8DC67CD67A}" presName="parSpace" presStyleCnt="0"/>
      <dgm:spPr/>
    </dgm:pt>
    <dgm:pt modelId="{6056B1AE-8489-4E24-82AC-066EDD753410}" type="pres">
      <dgm:prSet presAssocID="{EF6A5A3D-5AFE-4D13-BEAE-0946272067E9}" presName="parTxOnly" presStyleLbl="node1" presStyleIdx="1" presStyleCnt="5">
        <dgm:presLayoutVars>
          <dgm:bulletEnabled val="1"/>
        </dgm:presLayoutVars>
      </dgm:prSet>
      <dgm:spPr/>
    </dgm:pt>
    <dgm:pt modelId="{740E14AD-49FA-44ED-8D79-F4ACCE4E9757}" type="pres">
      <dgm:prSet presAssocID="{A8736456-A6DF-4FA2-83A1-42625247FB9A}" presName="parSpace" presStyleCnt="0"/>
      <dgm:spPr/>
    </dgm:pt>
    <dgm:pt modelId="{3CD73A72-6683-4B84-9A3A-FC0755FB3C22}" type="pres">
      <dgm:prSet presAssocID="{23218007-A3A8-4519-B5BA-FF886028869A}" presName="parTxOnly" presStyleLbl="node1" presStyleIdx="2" presStyleCnt="5">
        <dgm:presLayoutVars>
          <dgm:bulletEnabled val="1"/>
        </dgm:presLayoutVars>
      </dgm:prSet>
      <dgm:spPr/>
    </dgm:pt>
    <dgm:pt modelId="{9CF44B1C-87D0-4259-AD82-ACF1C7D817F4}" type="pres">
      <dgm:prSet presAssocID="{9348F7C4-B67C-4A73-B315-CD9B7F9466F5}" presName="parSpace" presStyleCnt="0"/>
      <dgm:spPr/>
    </dgm:pt>
    <dgm:pt modelId="{AF5174E4-5F0D-4FAC-B2B9-0C4E42C0F0C4}" type="pres">
      <dgm:prSet presAssocID="{9FE3C8CC-165E-469F-9FEA-9DEA2453C48D}" presName="parTxOnly" presStyleLbl="node1" presStyleIdx="3" presStyleCnt="5">
        <dgm:presLayoutVars>
          <dgm:bulletEnabled val="1"/>
        </dgm:presLayoutVars>
      </dgm:prSet>
      <dgm:spPr/>
    </dgm:pt>
    <dgm:pt modelId="{756628A3-5FA6-43B1-8869-15645BA9C3B5}" type="pres">
      <dgm:prSet presAssocID="{7CFD9CA5-50A3-4243-BAEB-73AA912674A0}" presName="parSpace" presStyleCnt="0"/>
      <dgm:spPr/>
    </dgm:pt>
    <dgm:pt modelId="{0BB7E56B-F466-47B3-8564-905FD8DDF759}" type="pres">
      <dgm:prSet presAssocID="{0C121CCE-9894-42FC-B3CA-A2F7BDC3DF0C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FD08CC07-34D4-4EA2-A316-B4118F98C874}" srcId="{D218539A-60B6-41BF-9BB8-F1D9CA0FA7E5}" destId="{EF6A5A3D-5AFE-4D13-BEAE-0946272067E9}" srcOrd="1" destOrd="0" parTransId="{EBA1E7AC-1883-4FA9-8124-49C496EBAB57}" sibTransId="{A8736456-A6DF-4FA2-83A1-42625247FB9A}"/>
    <dgm:cxn modelId="{D476320E-2842-43A7-95AE-D102FB58F248}" srcId="{D218539A-60B6-41BF-9BB8-F1D9CA0FA7E5}" destId="{0C121CCE-9894-42FC-B3CA-A2F7BDC3DF0C}" srcOrd="4" destOrd="0" parTransId="{07253FE8-1222-42AC-87F5-4B598CF36CB5}" sibTransId="{E51D0682-B233-4877-A939-05DA4D3D3737}"/>
    <dgm:cxn modelId="{BAA7B816-0EF5-4AFE-B0A5-E06A3A13078E}" type="presOf" srcId="{356C15EE-56D4-4254-955F-CD78C9C37923}" destId="{BCC554A3-1705-4F44-8198-9779A483A7B8}" srcOrd="0" destOrd="0" presId="urn:microsoft.com/office/officeart/2005/8/layout/hChevron3"/>
    <dgm:cxn modelId="{1D61AF5D-3FE9-4AA0-AD0E-52B3386A5557}" srcId="{D218539A-60B6-41BF-9BB8-F1D9CA0FA7E5}" destId="{356C15EE-56D4-4254-955F-CD78C9C37923}" srcOrd="0" destOrd="0" parTransId="{461D48E8-C516-4157-918B-8E2F067B11ED}" sibTransId="{27677972-D419-4B93-BB44-9B8DC67CD67A}"/>
    <dgm:cxn modelId="{B6643867-3FAD-413D-BB4C-5EBA3BFB2209}" type="presOf" srcId="{D218539A-60B6-41BF-9BB8-F1D9CA0FA7E5}" destId="{A7C3F6C9-D74E-4113-84C7-C33DDD2C4F81}" srcOrd="0" destOrd="0" presId="urn:microsoft.com/office/officeart/2005/8/layout/hChevron3"/>
    <dgm:cxn modelId="{9FCA486A-E8BE-43F5-8D44-57E68597B54F}" type="presOf" srcId="{0C121CCE-9894-42FC-B3CA-A2F7BDC3DF0C}" destId="{0BB7E56B-F466-47B3-8564-905FD8DDF759}" srcOrd="0" destOrd="0" presId="urn:microsoft.com/office/officeart/2005/8/layout/hChevron3"/>
    <dgm:cxn modelId="{DFA37454-751B-4C92-B431-E7AFE6C22DE9}" srcId="{D218539A-60B6-41BF-9BB8-F1D9CA0FA7E5}" destId="{9FE3C8CC-165E-469F-9FEA-9DEA2453C48D}" srcOrd="3" destOrd="0" parTransId="{48251EA7-15DE-4636-B7E0-12B501326385}" sibTransId="{7CFD9CA5-50A3-4243-BAEB-73AA912674A0}"/>
    <dgm:cxn modelId="{B88C0C8E-1C9A-48A5-A831-59CDFE0CFD24}" type="presOf" srcId="{23218007-A3A8-4519-B5BA-FF886028869A}" destId="{3CD73A72-6683-4B84-9A3A-FC0755FB3C22}" srcOrd="0" destOrd="0" presId="urn:microsoft.com/office/officeart/2005/8/layout/hChevron3"/>
    <dgm:cxn modelId="{D1EE14BC-4EE3-48CA-A5DB-25B261817F2E}" type="presOf" srcId="{EF6A5A3D-5AFE-4D13-BEAE-0946272067E9}" destId="{6056B1AE-8489-4E24-82AC-066EDD753410}" srcOrd="0" destOrd="0" presId="urn:microsoft.com/office/officeart/2005/8/layout/hChevron3"/>
    <dgm:cxn modelId="{7AA47EE0-7626-410E-8954-FCD50B9E9E41}" srcId="{D218539A-60B6-41BF-9BB8-F1D9CA0FA7E5}" destId="{23218007-A3A8-4519-B5BA-FF886028869A}" srcOrd="2" destOrd="0" parTransId="{2903BA91-4EAE-4A0D-A327-94A600CBFA53}" sibTransId="{9348F7C4-B67C-4A73-B315-CD9B7F9466F5}"/>
    <dgm:cxn modelId="{664946F2-ECE0-4F63-BAD4-2CF7EAF2D9C4}" type="presOf" srcId="{9FE3C8CC-165E-469F-9FEA-9DEA2453C48D}" destId="{AF5174E4-5F0D-4FAC-B2B9-0C4E42C0F0C4}" srcOrd="0" destOrd="0" presId="urn:microsoft.com/office/officeart/2005/8/layout/hChevron3"/>
    <dgm:cxn modelId="{EB0DC60F-78FC-4098-B2BC-DCD0C7001958}" type="presParOf" srcId="{A7C3F6C9-D74E-4113-84C7-C33DDD2C4F81}" destId="{BCC554A3-1705-4F44-8198-9779A483A7B8}" srcOrd="0" destOrd="0" presId="urn:microsoft.com/office/officeart/2005/8/layout/hChevron3"/>
    <dgm:cxn modelId="{0F751C6F-8EBC-47C3-81FA-81AC49A22BA8}" type="presParOf" srcId="{A7C3F6C9-D74E-4113-84C7-C33DDD2C4F81}" destId="{9D0AF631-6A76-4E1A-A424-0D1EDF5507F4}" srcOrd="1" destOrd="0" presId="urn:microsoft.com/office/officeart/2005/8/layout/hChevron3"/>
    <dgm:cxn modelId="{89823882-2950-401E-BA8C-3ACC7ABE6EBE}" type="presParOf" srcId="{A7C3F6C9-D74E-4113-84C7-C33DDD2C4F81}" destId="{6056B1AE-8489-4E24-82AC-066EDD753410}" srcOrd="2" destOrd="0" presId="urn:microsoft.com/office/officeart/2005/8/layout/hChevron3"/>
    <dgm:cxn modelId="{7255FBDF-0D55-46FC-A7D0-E9BE739E65E8}" type="presParOf" srcId="{A7C3F6C9-D74E-4113-84C7-C33DDD2C4F81}" destId="{740E14AD-49FA-44ED-8D79-F4ACCE4E9757}" srcOrd="3" destOrd="0" presId="urn:microsoft.com/office/officeart/2005/8/layout/hChevron3"/>
    <dgm:cxn modelId="{964F5527-62EF-4CCE-A700-836333ECDEEA}" type="presParOf" srcId="{A7C3F6C9-D74E-4113-84C7-C33DDD2C4F81}" destId="{3CD73A72-6683-4B84-9A3A-FC0755FB3C22}" srcOrd="4" destOrd="0" presId="urn:microsoft.com/office/officeart/2005/8/layout/hChevron3"/>
    <dgm:cxn modelId="{9820EA91-2C66-4AF7-B6CD-8CB940E7C2EA}" type="presParOf" srcId="{A7C3F6C9-D74E-4113-84C7-C33DDD2C4F81}" destId="{9CF44B1C-87D0-4259-AD82-ACF1C7D817F4}" srcOrd="5" destOrd="0" presId="urn:microsoft.com/office/officeart/2005/8/layout/hChevron3"/>
    <dgm:cxn modelId="{87F7C04B-9ABF-457C-8534-67E3808E2542}" type="presParOf" srcId="{A7C3F6C9-D74E-4113-84C7-C33DDD2C4F81}" destId="{AF5174E4-5F0D-4FAC-B2B9-0C4E42C0F0C4}" srcOrd="6" destOrd="0" presId="urn:microsoft.com/office/officeart/2005/8/layout/hChevron3"/>
    <dgm:cxn modelId="{D84BCF30-4506-4488-841C-56216DAD1FA5}" type="presParOf" srcId="{A7C3F6C9-D74E-4113-84C7-C33DDD2C4F81}" destId="{756628A3-5FA6-43B1-8869-15645BA9C3B5}" srcOrd="7" destOrd="0" presId="urn:microsoft.com/office/officeart/2005/8/layout/hChevron3"/>
    <dgm:cxn modelId="{F4DFB941-931F-43F0-A7B8-E56F8F4A4124}" type="presParOf" srcId="{A7C3F6C9-D74E-4113-84C7-C33DDD2C4F81}" destId="{0BB7E56B-F466-47B3-8564-905FD8DDF759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18539A-60B6-41BF-9BB8-F1D9CA0FA7E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EF6A5A3D-5AFE-4D13-BEAE-0946272067E9}">
      <dgm:prSet phldrT="[Text]"/>
      <dgm:spPr/>
      <dgm:t>
        <a:bodyPr/>
        <a:lstStyle/>
        <a:p>
          <a:r>
            <a:rPr lang="de-DE" dirty="0"/>
            <a:t>Ist-Zustand</a:t>
          </a:r>
        </a:p>
      </dgm:t>
    </dgm:pt>
    <dgm:pt modelId="{EBA1E7AC-1883-4FA9-8124-49C496EBAB57}" type="parTrans" cxnId="{FD08CC07-34D4-4EA2-A316-B4118F98C874}">
      <dgm:prSet/>
      <dgm:spPr/>
      <dgm:t>
        <a:bodyPr/>
        <a:lstStyle/>
        <a:p>
          <a:endParaRPr lang="de-DE"/>
        </a:p>
      </dgm:t>
    </dgm:pt>
    <dgm:pt modelId="{A8736456-A6DF-4FA2-83A1-42625247FB9A}" type="sibTrans" cxnId="{FD08CC07-34D4-4EA2-A316-B4118F98C874}">
      <dgm:prSet/>
      <dgm:spPr/>
      <dgm:t>
        <a:bodyPr/>
        <a:lstStyle/>
        <a:p>
          <a:endParaRPr lang="de-DE"/>
        </a:p>
      </dgm:t>
    </dgm:pt>
    <dgm:pt modelId="{23218007-A3A8-4519-B5BA-FF886028869A}">
      <dgm:prSet phldrT="[Text]"/>
      <dgm:spPr>
        <a:solidFill>
          <a:schemeClr val="accent2"/>
        </a:solidFill>
      </dgm:spPr>
      <dgm:t>
        <a:bodyPr/>
        <a:lstStyle/>
        <a:p>
          <a:r>
            <a:rPr lang="de-DE" dirty="0"/>
            <a:t>Soll-Konzept</a:t>
          </a:r>
        </a:p>
      </dgm:t>
    </dgm:pt>
    <dgm:pt modelId="{2903BA91-4EAE-4A0D-A327-94A600CBFA53}" type="parTrans" cxnId="{7AA47EE0-7626-410E-8954-FCD50B9E9E41}">
      <dgm:prSet/>
      <dgm:spPr/>
      <dgm:t>
        <a:bodyPr/>
        <a:lstStyle/>
        <a:p>
          <a:endParaRPr lang="de-DE"/>
        </a:p>
      </dgm:t>
    </dgm:pt>
    <dgm:pt modelId="{9348F7C4-B67C-4A73-B315-CD9B7F9466F5}" type="sibTrans" cxnId="{7AA47EE0-7626-410E-8954-FCD50B9E9E41}">
      <dgm:prSet/>
      <dgm:spPr/>
      <dgm:t>
        <a:bodyPr/>
        <a:lstStyle/>
        <a:p>
          <a:endParaRPr lang="de-DE"/>
        </a:p>
      </dgm:t>
    </dgm:pt>
    <dgm:pt modelId="{9FE3C8CC-165E-469F-9FEA-9DEA2453C48D}">
      <dgm:prSet phldrT="[Text]"/>
      <dgm:spPr/>
      <dgm:t>
        <a:bodyPr/>
        <a:lstStyle/>
        <a:p>
          <a:r>
            <a:rPr lang="de-DE" dirty="0"/>
            <a:t>Zielsetzung</a:t>
          </a:r>
        </a:p>
      </dgm:t>
    </dgm:pt>
    <dgm:pt modelId="{48251EA7-15DE-4636-B7E0-12B501326385}" type="parTrans" cxnId="{DFA37454-751B-4C92-B431-E7AFE6C22DE9}">
      <dgm:prSet/>
      <dgm:spPr/>
      <dgm:t>
        <a:bodyPr/>
        <a:lstStyle/>
        <a:p>
          <a:endParaRPr lang="de-DE"/>
        </a:p>
      </dgm:t>
    </dgm:pt>
    <dgm:pt modelId="{7CFD9CA5-50A3-4243-BAEB-73AA912674A0}" type="sibTrans" cxnId="{DFA37454-751B-4C92-B431-E7AFE6C22DE9}">
      <dgm:prSet/>
      <dgm:spPr/>
      <dgm:t>
        <a:bodyPr/>
        <a:lstStyle/>
        <a:p>
          <a:endParaRPr lang="de-DE"/>
        </a:p>
      </dgm:t>
    </dgm:pt>
    <dgm:pt modelId="{0C121CCE-9894-42FC-B3CA-A2F7BDC3DF0C}">
      <dgm:prSet phldrT="[Text]"/>
      <dgm:spPr/>
      <dgm:t>
        <a:bodyPr/>
        <a:lstStyle/>
        <a:p>
          <a:r>
            <a:rPr lang="de-DE" dirty="0"/>
            <a:t>Zwischenstand</a:t>
          </a:r>
        </a:p>
      </dgm:t>
    </dgm:pt>
    <dgm:pt modelId="{07253FE8-1222-42AC-87F5-4B598CF36CB5}" type="parTrans" cxnId="{D476320E-2842-43A7-95AE-D102FB58F248}">
      <dgm:prSet/>
      <dgm:spPr/>
      <dgm:t>
        <a:bodyPr/>
        <a:lstStyle/>
        <a:p>
          <a:endParaRPr lang="de-DE"/>
        </a:p>
      </dgm:t>
    </dgm:pt>
    <dgm:pt modelId="{E51D0682-B233-4877-A939-05DA4D3D3737}" type="sibTrans" cxnId="{D476320E-2842-43A7-95AE-D102FB58F248}">
      <dgm:prSet/>
      <dgm:spPr/>
      <dgm:t>
        <a:bodyPr/>
        <a:lstStyle/>
        <a:p>
          <a:endParaRPr lang="de-DE"/>
        </a:p>
      </dgm:t>
    </dgm:pt>
    <dgm:pt modelId="{356C15EE-56D4-4254-955F-CD78C9C37923}">
      <dgm:prSet phldrT="[Text]"/>
      <dgm:spPr/>
      <dgm:t>
        <a:bodyPr/>
        <a:lstStyle/>
        <a:p>
          <a:r>
            <a:rPr lang="de-DE" dirty="0"/>
            <a:t>Projekt</a:t>
          </a:r>
        </a:p>
      </dgm:t>
    </dgm:pt>
    <dgm:pt modelId="{27677972-D419-4B93-BB44-9B8DC67CD67A}" type="sibTrans" cxnId="{1D61AF5D-3FE9-4AA0-AD0E-52B3386A5557}">
      <dgm:prSet/>
      <dgm:spPr/>
      <dgm:t>
        <a:bodyPr/>
        <a:lstStyle/>
        <a:p>
          <a:endParaRPr lang="de-DE"/>
        </a:p>
      </dgm:t>
    </dgm:pt>
    <dgm:pt modelId="{461D48E8-C516-4157-918B-8E2F067B11ED}" type="parTrans" cxnId="{1D61AF5D-3FE9-4AA0-AD0E-52B3386A5557}">
      <dgm:prSet/>
      <dgm:spPr/>
      <dgm:t>
        <a:bodyPr/>
        <a:lstStyle/>
        <a:p>
          <a:endParaRPr lang="de-DE"/>
        </a:p>
      </dgm:t>
    </dgm:pt>
    <dgm:pt modelId="{A7C3F6C9-D74E-4113-84C7-C33DDD2C4F81}" type="pres">
      <dgm:prSet presAssocID="{D218539A-60B6-41BF-9BB8-F1D9CA0FA7E5}" presName="Name0" presStyleCnt="0">
        <dgm:presLayoutVars>
          <dgm:dir/>
          <dgm:resizeHandles val="exact"/>
        </dgm:presLayoutVars>
      </dgm:prSet>
      <dgm:spPr/>
    </dgm:pt>
    <dgm:pt modelId="{BCC554A3-1705-4F44-8198-9779A483A7B8}" type="pres">
      <dgm:prSet presAssocID="{356C15EE-56D4-4254-955F-CD78C9C37923}" presName="parTxOnly" presStyleLbl="node1" presStyleIdx="0" presStyleCnt="5">
        <dgm:presLayoutVars>
          <dgm:bulletEnabled val="1"/>
        </dgm:presLayoutVars>
      </dgm:prSet>
      <dgm:spPr/>
    </dgm:pt>
    <dgm:pt modelId="{9D0AF631-6A76-4E1A-A424-0D1EDF5507F4}" type="pres">
      <dgm:prSet presAssocID="{27677972-D419-4B93-BB44-9B8DC67CD67A}" presName="parSpace" presStyleCnt="0"/>
      <dgm:spPr/>
    </dgm:pt>
    <dgm:pt modelId="{6056B1AE-8489-4E24-82AC-066EDD753410}" type="pres">
      <dgm:prSet presAssocID="{EF6A5A3D-5AFE-4D13-BEAE-0946272067E9}" presName="parTxOnly" presStyleLbl="node1" presStyleIdx="1" presStyleCnt="5">
        <dgm:presLayoutVars>
          <dgm:bulletEnabled val="1"/>
        </dgm:presLayoutVars>
      </dgm:prSet>
      <dgm:spPr/>
    </dgm:pt>
    <dgm:pt modelId="{740E14AD-49FA-44ED-8D79-F4ACCE4E9757}" type="pres">
      <dgm:prSet presAssocID="{A8736456-A6DF-4FA2-83A1-42625247FB9A}" presName="parSpace" presStyleCnt="0"/>
      <dgm:spPr/>
    </dgm:pt>
    <dgm:pt modelId="{3CD73A72-6683-4B84-9A3A-FC0755FB3C22}" type="pres">
      <dgm:prSet presAssocID="{23218007-A3A8-4519-B5BA-FF886028869A}" presName="parTxOnly" presStyleLbl="node1" presStyleIdx="2" presStyleCnt="5">
        <dgm:presLayoutVars>
          <dgm:bulletEnabled val="1"/>
        </dgm:presLayoutVars>
      </dgm:prSet>
      <dgm:spPr/>
    </dgm:pt>
    <dgm:pt modelId="{9CF44B1C-87D0-4259-AD82-ACF1C7D817F4}" type="pres">
      <dgm:prSet presAssocID="{9348F7C4-B67C-4A73-B315-CD9B7F9466F5}" presName="parSpace" presStyleCnt="0"/>
      <dgm:spPr/>
    </dgm:pt>
    <dgm:pt modelId="{AF5174E4-5F0D-4FAC-B2B9-0C4E42C0F0C4}" type="pres">
      <dgm:prSet presAssocID="{9FE3C8CC-165E-469F-9FEA-9DEA2453C48D}" presName="parTxOnly" presStyleLbl="node1" presStyleIdx="3" presStyleCnt="5">
        <dgm:presLayoutVars>
          <dgm:bulletEnabled val="1"/>
        </dgm:presLayoutVars>
      </dgm:prSet>
      <dgm:spPr/>
    </dgm:pt>
    <dgm:pt modelId="{756628A3-5FA6-43B1-8869-15645BA9C3B5}" type="pres">
      <dgm:prSet presAssocID="{7CFD9CA5-50A3-4243-BAEB-73AA912674A0}" presName="parSpace" presStyleCnt="0"/>
      <dgm:spPr/>
    </dgm:pt>
    <dgm:pt modelId="{0BB7E56B-F466-47B3-8564-905FD8DDF759}" type="pres">
      <dgm:prSet presAssocID="{0C121CCE-9894-42FC-B3CA-A2F7BDC3DF0C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FD08CC07-34D4-4EA2-A316-B4118F98C874}" srcId="{D218539A-60B6-41BF-9BB8-F1D9CA0FA7E5}" destId="{EF6A5A3D-5AFE-4D13-BEAE-0946272067E9}" srcOrd="1" destOrd="0" parTransId="{EBA1E7AC-1883-4FA9-8124-49C496EBAB57}" sibTransId="{A8736456-A6DF-4FA2-83A1-42625247FB9A}"/>
    <dgm:cxn modelId="{D476320E-2842-43A7-95AE-D102FB58F248}" srcId="{D218539A-60B6-41BF-9BB8-F1D9CA0FA7E5}" destId="{0C121CCE-9894-42FC-B3CA-A2F7BDC3DF0C}" srcOrd="4" destOrd="0" parTransId="{07253FE8-1222-42AC-87F5-4B598CF36CB5}" sibTransId="{E51D0682-B233-4877-A939-05DA4D3D3737}"/>
    <dgm:cxn modelId="{BAA7B816-0EF5-4AFE-B0A5-E06A3A13078E}" type="presOf" srcId="{356C15EE-56D4-4254-955F-CD78C9C37923}" destId="{BCC554A3-1705-4F44-8198-9779A483A7B8}" srcOrd="0" destOrd="0" presId="urn:microsoft.com/office/officeart/2005/8/layout/hChevron3"/>
    <dgm:cxn modelId="{1D61AF5D-3FE9-4AA0-AD0E-52B3386A5557}" srcId="{D218539A-60B6-41BF-9BB8-F1D9CA0FA7E5}" destId="{356C15EE-56D4-4254-955F-CD78C9C37923}" srcOrd="0" destOrd="0" parTransId="{461D48E8-C516-4157-918B-8E2F067B11ED}" sibTransId="{27677972-D419-4B93-BB44-9B8DC67CD67A}"/>
    <dgm:cxn modelId="{B6643867-3FAD-413D-BB4C-5EBA3BFB2209}" type="presOf" srcId="{D218539A-60B6-41BF-9BB8-F1D9CA0FA7E5}" destId="{A7C3F6C9-D74E-4113-84C7-C33DDD2C4F81}" srcOrd="0" destOrd="0" presId="urn:microsoft.com/office/officeart/2005/8/layout/hChevron3"/>
    <dgm:cxn modelId="{9FCA486A-E8BE-43F5-8D44-57E68597B54F}" type="presOf" srcId="{0C121CCE-9894-42FC-B3CA-A2F7BDC3DF0C}" destId="{0BB7E56B-F466-47B3-8564-905FD8DDF759}" srcOrd="0" destOrd="0" presId="urn:microsoft.com/office/officeart/2005/8/layout/hChevron3"/>
    <dgm:cxn modelId="{DFA37454-751B-4C92-B431-E7AFE6C22DE9}" srcId="{D218539A-60B6-41BF-9BB8-F1D9CA0FA7E5}" destId="{9FE3C8CC-165E-469F-9FEA-9DEA2453C48D}" srcOrd="3" destOrd="0" parTransId="{48251EA7-15DE-4636-B7E0-12B501326385}" sibTransId="{7CFD9CA5-50A3-4243-BAEB-73AA912674A0}"/>
    <dgm:cxn modelId="{B88C0C8E-1C9A-48A5-A831-59CDFE0CFD24}" type="presOf" srcId="{23218007-A3A8-4519-B5BA-FF886028869A}" destId="{3CD73A72-6683-4B84-9A3A-FC0755FB3C22}" srcOrd="0" destOrd="0" presId="urn:microsoft.com/office/officeart/2005/8/layout/hChevron3"/>
    <dgm:cxn modelId="{D1EE14BC-4EE3-48CA-A5DB-25B261817F2E}" type="presOf" srcId="{EF6A5A3D-5AFE-4D13-BEAE-0946272067E9}" destId="{6056B1AE-8489-4E24-82AC-066EDD753410}" srcOrd="0" destOrd="0" presId="urn:microsoft.com/office/officeart/2005/8/layout/hChevron3"/>
    <dgm:cxn modelId="{7AA47EE0-7626-410E-8954-FCD50B9E9E41}" srcId="{D218539A-60B6-41BF-9BB8-F1D9CA0FA7E5}" destId="{23218007-A3A8-4519-B5BA-FF886028869A}" srcOrd="2" destOrd="0" parTransId="{2903BA91-4EAE-4A0D-A327-94A600CBFA53}" sibTransId="{9348F7C4-B67C-4A73-B315-CD9B7F9466F5}"/>
    <dgm:cxn modelId="{664946F2-ECE0-4F63-BAD4-2CF7EAF2D9C4}" type="presOf" srcId="{9FE3C8CC-165E-469F-9FEA-9DEA2453C48D}" destId="{AF5174E4-5F0D-4FAC-B2B9-0C4E42C0F0C4}" srcOrd="0" destOrd="0" presId="urn:microsoft.com/office/officeart/2005/8/layout/hChevron3"/>
    <dgm:cxn modelId="{EB0DC60F-78FC-4098-B2BC-DCD0C7001958}" type="presParOf" srcId="{A7C3F6C9-D74E-4113-84C7-C33DDD2C4F81}" destId="{BCC554A3-1705-4F44-8198-9779A483A7B8}" srcOrd="0" destOrd="0" presId="urn:microsoft.com/office/officeart/2005/8/layout/hChevron3"/>
    <dgm:cxn modelId="{0F751C6F-8EBC-47C3-81FA-81AC49A22BA8}" type="presParOf" srcId="{A7C3F6C9-D74E-4113-84C7-C33DDD2C4F81}" destId="{9D0AF631-6A76-4E1A-A424-0D1EDF5507F4}" srcOrd="1" destOrd="0" presId="urn:microsoft.com/office/officeart/2005/8/layout/hChevron3"/>
    <dgm:cxn modelId="{89823882-2950-401E-BA8C-3ACC7ABE6EBE}" type="presParOf" srcId="{A7C3F6C9-D74E-4113-84C7-C33DDD2C4F81}" destId="{6056B1AE-8489-4E24-82AC-066EDD753410}" srcOrd="2" destOrd="0" presId="urn:microsoft.com/office/officeart/2005/8/layout/hChevron3"/>
    <dgm:cxn modelId="{7255FBDF-0D55-46FC-A7D0-E9BE739E65E8}" type="presParOf" srcId="{A7C3F6C9-D74E-4113-84C7-C33DDD2C4F81}" destId="{740E14AD-49FA-44ED-8D79-F4ACCE4E9757}" srcOrd="3" destOrd="0" presId="urn:microsoft.com/office/officeart/2005/8/layout/hChevron3"/>
    <dgm:cxn modelId="{964F5527-62EF-4CCE-A700-836333ECDEEA}" type="presParOf" srcId="{A7C3F6C9-D74E-4113-84C7-C33DDD2C4F81}" destId="{3CD73A72-6683-4B84-9A3A-FC0755FB3C22}" srcOrd="4" destOrd="0" presId="urn:microsoft.com/office/officeart/2005/8/layout/hChevron3"/>
    <dgm:cxn modelId="{9820EA91-2C66-4AF7-B6CD-8CB940E7C2EA}" type="presParOf" srcId="{A7C3F6C9-D74E-4113-84C7-C33DDD2C4F81}" destId="{9CF44B1C-87D0-4259-AD82-ACF1C7D817F4}" srcOrd="5" destOrd="0" presId="urn:microsoft.com/office/officeart/2005/8/layout/hChevron3"/>
    <dgm:cxn modelId="{87F7C04B-9ABF-457C-8534-67E3808E2542}" type="presParOf" srcId="{A7C3F6C9-D74E-4113-84C7-C33DDD2C4F81}" destId="{AF5174E4-5F0D-4FAC-B2B9-0C4E42C0F0C4}" srcOrd="6" destOrd="0" presId="urn:microsoft.com/office/officeart/2005/8/layout/hChevron3"/>
    <dgm:cxn modelId="{D84BCF30-4506-4488-841C-56216DAD1FA5}" type="presParOf" srcId="{A7C3F6C9-D74E-4113-84C7-C33DDD2C4F81}" destId="{756628A3-5FA6-43B1-8869-15645BA9C3B5}" srcOrd="7" destOrd="0" presId="urn:microsoft.com/office/officeart/2005/8/layout/hChevron3"/>
    <dgm:cxn modelId="{F4DFB941-931F-43F0-A7B8-E56F8F4A4124}" type="presParOf" srcId="{A7C3F6C9-D74E-4113-84C7-C33DDD2C4F81}" destId="{0BB7E56B-F466-47B3-8564-905FD8DDF759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218539A-60B6-41BF-9BB8-F1D9CA0FA7E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EF6A5A3D-5AFE-4D13-BEAE-0946272067E9}">
      <dgm:prSet phldrT="[Text]"/>
      <dgm:spPr/>
      <dgm:t>
        <a:bodyPr/>
        <a:lstStyle/>
        <a:p>
          <a:r>
            <a:rPr lang="de-DE" dirty="0"/>
            <a:t>Ist-Zustand</a:t>
          </a:r>
        </a:p>
      </dgm:t>
    </dgm:pt>
    <dgm:pt modelId="{EBA1E7AC-1883-4FA9-8124-49C496EBAB57}" type="parTrans" cxnId="{FD08CC07-34D4-4EA2-A316-B4118F98C874}">
      <dgm:prSet/>
      <dgm:spPr/>
      <dgm:t>
        <a:bodyPr/>
        <a:lstStyle/>
        <a:p>
          <a:endParaRPr lang="de-DE"/>
        </a:p>
      </dgm:t>
    </dgm:pt>
    <dgm:pt modelId="{A8736456-A6DF-4FA2-83A1-42625247FB9A}" type="sibTrans" cxnId="{FD08CC07-34D4-4EA2-A316-B4118F98C874}">
      <dgm:prSet/>
      <dgm:spPr/>
      <dgm:t>
        <a:bodyPr/>
        <a:lstStyle/>
        <a:p>
          <a:endParaRPr lang="de-DE"/>
        </a:p>
      </dgm:t>
    </dgm:pt>
    <dgm:pt modelId="{23218007-A3A8-4519-B5BA-FF886028869A}">
      <dgm:prSet phldrT="[Text]"/>
      <dgm:spPr>
        <a:solidFill>
          <a:schemeClr val="accent2"/>
        </a:solidFill>
      </dgm:spPr>
      <dgm:t>
        <a:bodyPr/>
        <a:lstStyle/>
        <a:p>
          <a:r>
            <a:rPr lang="de-DE" dirty="0"/>
            <a:t>Soll-Konzept</a:t>
          </a:r>
        </a:p>
      </dgm:t>
    </dgm:pt>
    <dgm:pt modelId="{2903BA91-4EAE-4A0D-A327-94A600CBFA53}" type="parTrans" cxnId="{7AA47EE0-7626-410E-8954-FCD50B9E9E41}">
      <dgm:prSet/>
      <dgm:spPr/>
      <dgm:t>
        <a:bodyPr/>
        <a:lstStyle/>
        <a:p>
          <a:endParaRPr lang="de-DE"/>
        </a:p>
      </dgm:t>
    </dgm:pt>
    <dgm:pt modelId="{9348F7C4-B67C-4A73-B315-CD9B7F9466F5}" type="sibTrans" cxnId="{7AA47EE0-7626-410E-8954-FCD50B9E9E41}">
      <dgm:prSet/>
      <dgm:spPr/>
      <dgm:t>
        <a:bodyPr/>
        <a:lstStyle/>
        <a:p>
          <a:endParaRPr lang="de-DE"/>
        </a:p>
      </dgm:t>
    </dgm:pt>
    <dgm:pt modelId="{9FE3C8CC-165E-469F-9FEA-9DEA2453C48D}">
      <dgm:prSet phldrT="[Text]"/>
      <dgm:spPr/>
      <dgm:t>
        <a:bodyPr/>
        <a:lstStyle/>
        <a:p>
          <a:r>
            <a:rPr lang="de-DE" dirty="0"/>
            <a:t>Zielsetzung</a:t>
          </a:r>
        </a:p>
      </dgm:t>
    </dgm:pt>
    <dgm:pt modelId="{48251EA7-15DE-4636-B7E0-12B501326385}" type="parTrans" cxnId="{DFA37454-751B-4C92-B431-E7AFE6C22DE9}">
      <dgm:prSet/>
      <dgm:spPr/>
      <dgm:t>
        <a:bodyPr/>
        <a:lstStyle/>
        <a:p>
          <a:endParaRPr lang="de-DE"/>
        </a:p>
      </dgm:t>
    </dgm:pt>
    <dgm:pt modelId="{7CFD9CA5-50A3-4243-BAEB-73AA912674A0}" type="sibTrans" cxnId="{DFA37454-751B-4C92-B431-E7AFE6C22DE9}">
      <dgm:prSet/>
      <dgm:spPr/>
      <dgm:t>
        <a:bodyPr/>
        <a:lstStyle/>
        <a:p>
          <a:endParaRPr lang="de-DE"/>
        </a:p>
      </dgm:t>
    </dgm:pt>
    <dgm:pt modelId="{0C121CCE-9894-42FC-B3CA-A2F7BDC3DF0C}">
      <dgm:prSet phldrT="[Text]"/>
      <dgm:spPr/>
      <dgm:t>
        <a:bodyPr/>
        <a:lstStyle/>
        <a:p>
          <a:r>
            <a:rPr lang="de-DE" dirty="0"/>
            <a:t>Zwischenstand</a:t>
          </a:r>
        </a:p>
      </dgm:t>
    </dgm:pt>
    <dgm:pt modelId="{07253FE8-1222-42AC-87F5-4B598CF36CB5}" type="parTrans" cxnId="{D476320E-2842-43A7-95AE-D102FB58F248}">
      <dgm:prSet/>
      <dgm:spPr/>
      <dgm:t>
        <a:bodyPr/>
        <a:lstStyle/>
        <a:p>
          <a:endParaRPr lang="de-DE"/>
        </a:p>
      </dgm:t>
    </dgm:pt>
    <dgm:pt modelId="{E51D0682-B233-4877-A939-05DA4D3D3737}" type="sibTrans" cxnId="{D476320E-2842-43A7-95AE-D102FB58F248}">
      <dgm:prSet/>
      <dgm:spPr/>
      <dgm:t>
        <a:bodyPr/>
        <a:lstStyle/>
        <a:p>
          <a:endParaRPr lang="de-DE"/>
        </a:p>
      </dgm:t>
    </dgm:pt>
    <dgm:pt modelId="{356C15EE-56D4-4254-955F-CD78C9C37923}">
      <dgm:prSet phldrT="[Text]"/>
      <dgm:spPr/>
      <dgm:t>
        <a:bodyPr/>
        <a:lstStyle/>
        <a:p>
          <a:r>
            <a:rPr lang="de-DE" dirty="0"/>
            <a:t>Projekt</a:t>
          </a:r>
        </a:p>
      </dgm:t>
    </dgm:pt>
    <dgm:pt modelId="{27677972-D419-4B93-BB44-9B8DC67CD67A}" type="sibTrans" cxnId="{1D61AF5D-3FE9-4AA0-AD0E-52B3386A5557}">
      <dgm:prSet/>
      <dgm:spPr/>
      <dgm:t>
        <a:bodyPr/>
        <a:lstStyle/>
        <a:p>
          <a:endParaRPr lang="de-DE"/>
        </a:p>
      </dgm:t>
    </dgm:pt>
    <dgm:pt modelId="{461D48E8-C516-4157-918B-8E2F067B11ED}" type="parTrans" cxnId="{1D61AF5D-3FE9-4AA0-AD0E-52B3386A5557}">
      <dgm:prSet/>
      <dgm:spPr/>
      <dgm:t>
        <a:bodyPr/>
        <a:lstStyle/>
        <a:p>
          <a:endParaRPr lang="de-DE"/>
        </a:p>
      </dgm:t>
    </dgm:pt>
    <dgm:pt modelId="{A7C3F6C9-D74E-4113-84C7-C33DDD2C4F81}" type="pres">
      <dgm:prSet presAssocID="{D218539A-60B6-41BF-9BB8-F1D9CA0FA7E5}" presName="Name0" presStyleCnt="0">
        <dgm:presLayoutVars>
          <dgm:dir/>
          <dgm:resizeHandles val="exact"/>
        </dgm:presLayoutVars>
      </dgm:prSet>
      <dgm:spPr/>
    </dgm:pt>
    <dgm:pt modelId="{BCC554A3-1705-4F44-8198-9779A483A7B8}" type="pres">
      <dgm:prSet presAssocID="{356C15EE-56D4-4254-955F-CD78C9C37923}" presName="parTxOnly" presStyleLbl="node1" presStyleIdx="0" presStyleCnt="5">
        <dgm:presLayoutVars>
          <dgm:bulletEnabled val="1"/>
        </dgm:presLayoutVars>
      </dgm:prSet>
      <dgm:spPr/>
    </dgm:pt>
    <dgm:pt modelId="{9D0AF631-6A76-4E1A-A424-0D1EDF5507F4}" type="pres">
      <dgm:prSet presAssocID="{27677972-D419-4B93-BB44-9B8DC67CD67A}" presName="parSpace" presStyleCnt="0"/>
      <dgm:spPr/>
    </dgm:pt>
    <dgm:pt modelId="{6056B1AE-8489-4E24-82AC-066EDD753410}" type="pres">
      <dgm:prSet presAssocID="{EF6A5A3D-5AFE-4D13-BEAE-0946272067E9}" presName="parTxOnly" presStyleLbl="node1" presStyleIdx="1" presStyleCnt="5">
        <dgm:presLayoutVars>
          <dgm:bulletEnabled val="1"/>
        </dgm:presLayoutVars>
      </dgm:prSet>
      <dgm:spPr/>
    </dgm:pt>
    <dgm:pt modelId="{740E14AD-49FA-44ED-8D79-F4ACCE4E9757}" type="pres">
      <dgm:prSet presAssocID="{A8736456-A6DF-4FA2-83A1-42625247FB9A}" presName="parSpace" presStyleCnt="0"/>
      <dgm:spPr/>
    </dgm:pt>
    <dgm:pt modelId="{3CD73A72-6683-4B84-9A3A-FC0755FB3C22}" type="pres">
      <dgm:prSet presAssocID="{23218007-A3A8-4519-B5BA-FF886028869A}" presName="parTxOnly" presStyleLbl="node1" presStyleIdx="2" presStyleCnt="5">
        <dgm:presLayoutVars>
          <dgm:bulletEnabled val="1"/>
        </dgm:presLayoutVars>
      </dgm:prSet>
      <dgm:spPr/>
    </dgm:pt>
    <dgm:pt modelId="{9CF44B1C-87D0-4259-AD82-ACF1C7D817F4}" type="pres">
      <dgm:prSet presAssocID="{9348F7C4-B67C-4A73-B315-CD9B7F9466F5}" presName="parSpace" presStyleCnt="0"/>
      <dgm:spPr/>
    </dgm:pt>
    <dgm:pt modelId="{AF5174E4-5F0D-4FAC-B2B9-0C4E42C0F0C4}" type="pres">
      <dgm:prSet presAssocID="{9FE3C8CC-165E-469F-9FEA-9DEA2453C48D}" presName="parTxOnly" presStyleLbl="node1" presStyleIdx="3" presStyleCnt="5">
        <dgm:presLayoutVars>
          <dgm:bulletEnabled val="1"/>
        </dgm:presLayoutVars>
      </dgm:prSet>
      <dgm:spPr/>
    </dgm:pt>
    <dgm:pt modelId="{756628A3-5FA6-43B1-8869-15645BA9C3B5}" type="pres">
      <dgm:prSet presAssocID="{7CFD9CA5-50A3-4243-BAEB-73AA912674A0}" presName="parSpace" presStyleCnt="0"/>
      <dgm:spPr/>
    </dgm:pt>
    <dgm:pt modelId="{0BB7E56B-F466-47B3-8564-905FD8DDF759}" type="pres">
      <dgm:prSet presAssocID="{0C121CCE-9894-42FC-B3CA-A2F7BDC3DF0C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FD08CC07-34D4-4EA2-A316-B4118F98C874}" srcId="{D218539A-60B6-41BF-9BB8-F1D9CA0FA7E5}" destId="{EF6A5A3D-5AFE-4D13-BEAE-0946272067E9}" srcOrd="1" destOrd="0" parTransId="{EBA1E7AC-1883-4FA9-8124-49C496EBAB57}" sibTransId="{A8736456-A6DF-4FA2-83A1-42625247FB9A}"/>
    <dgm:cxn modelId="{D476320E-2842-43A7-95AE-D102FB58F248}" srcId="{D218539A-60B6-41BF-9BB8-F1D9CA0FA7E5}" destId="{0C121CCE-9894-42FC-B3CA-A2F7BDC3DF0C}" srcOrd="4" destOrd="0" parTransId="{07253FE8-1222-42AC-87F5-4B598CF36CB5}" sibTransId="{E51D0682-B233-4877-A939-05DA4D3D3737}"/>
    <dgm:cxn modelId="{BAA7B816-0EF5-4AFE-B0A5-E06A3A13078E}" type="presOf" srcId="{356C15EE-56D4-4254-955F-CD78C9C37923}" destId="{BCC554A3-1705-4F44-8198-9779A483A7B8}" srcOrd="0" destOrd="0" presId="urn:microsoft.com/office/officeart/2005/8/layout/hChevron3"/>
    <dgm:cxn modelId="{1D61AF5D-3FE9-4AA0-AD0E-52B3386A5557}" srcId="{D218539A-60B6-41BF-9BB8-F1D9CA0FA7E5}" destId="{356C15EE-56D4-4254-955F-CD78C9C37923}" srcOrd="0" destOrd="0" parTransId="{461D48E8-C516-4157-918B-8E2F067B11ED}" sibTransId="{27677972-D419-4B93-BB44-9B8DC67CD67A}"/>
    <dgm:cxn modelId="{B6643867-3FAD-413D-BB4C-5EBA3BFB2209}" type="presOf" srcId="{D218539A-60B6-41BF-9BB8-F1D9CA0FA7E5}" destId="{A7C3F6C9-D74E-4113-84C7-C33DDD2C4F81}" srcOrd="0" destOrd="0" presId="urn:microsoft.com/office/officeart/2005/8/layout/hChevron3"/>
    <dgm:cxn modelId="{9FCA486A-E8BE-43F5-8D44-57E68597B54F}" type="presOf" srcId="{0C121CCE-9894-42FC-B3CA-A2F7BDC3DF0C}" destId="{0BB7E56B-F466-47B3-8564-905FD8DDF759}" srcOrd="0" destOrd="0" presId="urn:microsoft.com/office/officeart/2005/8/layout/hChevron3"/>
    <dgm:cxn modelId="{DFA37454-751B-4C92-B431-E7AFE6C22DE9}" srcId="{D218539A-60B6-41BF-9BB8-F1D9CA0FA7E5}" destId="{9FE3C8CC-165E-469F-9FEA-9DEA2453C48D}" srcOrd="3" destOrd="0" parTransId="{48251EA7-15DE-4636-B7E0-12B501326385}" sibTransId="{7CFD9CA5-50A3-4243-BAEB-73AA912674A0}"/>
    <dgm:cxn modelId="{B88C0C8E-1C9A-48A5-A831-59CDFE0CFD24}" type="presOf" srcId="{23218007-A3A8-4519-B5BA-FF886028869A}" destId="{3CD73A72-6683-4B84-9A3A-FC0755FB3C22}" srcOrd="0" destOrd="0" presId="urn:microsoft.com/office/officeart/2005/8/layout/hChevron3"/>
    <dgm:cxn modelId="{D1EE14BC-4EE3-48CA-A5DB-25B261817F2E}" type="presOf" srcId="{EF6A5A3D-5AFE-4D13-BEAE-0946272067E9}" destId="{6056B1AE-8489-4E24-82AC-066EDD753410}" srcOrd="0" destOrd="0" presId="urn:microsoft.com/office/officeart/2005/8/layout/hChevron3"/>
    <dgm:cxn modelId="{7AA47EE0-7626-410E-8954-FCD50B9E9E41}" srcId="{D218539A-60B6-41BF-9BB8-F1D9CA0FA7E5}" destId="{23218007-A3A8-4519-B5BA-FF886028869A}" srcOrd="2" destOrd="0" parTransId="{2903BA91-4EAE-4A0D-A327-94A600CBFA53}" sibTransId="{9348F7C4-B67C-4A73-B315-CD9B7F9466F5}"/>
    <dgm:cxn modelId="{664946F2-ECE0-4F63-BAD4-2CF7EAF2D9C4}" type="presOf" srcId="{9FE3C8CC-165E-469F-9FEA-9DEA2453C48D}" destId="{AF5174E4-5F0D-4FAC-B2B9-0C4E42C0F0C4}" srcOrd="0" destOrd="0" presId="urn:microsoft.com/office/officeart/2005/8/layout/hChevron3"/>
    <dgm:cxn modelId="{EB0DC60F-78FC-4098-B2BC-DCD0C7001958}" type="presParOf" srcId="{A7C3F6C9-D74E-4113-84C7-C33DDD2C4F81}" destId="{BCC554A3-1705-4F44-8198-9779A483A7B8}" srcOrd="0" destOrd="0" presId="urn:microsoft.com/office/officeart/2005/8/layout/hChevron3"/>
    <dgm:cxn modelId="{0F751C6F-8EBC-47C3-81FA-81AC49A22BA8}" type="presParOf" srcId="{A7C3F6C9-D74E-4113-84C7-C33DDD2C4F81}" destId="{9D0AF631-6A76-4E1A-A424-0D1EDF5507F4}" srcOrd="1" destOrd="0" presId="urn:microsoft.com/office/officeart/2005/8/layout/hChevron3"/>
    <dgm:cxn modelId="{89823882-2950-401E-BA8C-3ACC7ABE6EBE}" type="presParOf" srcId="{A7C3F6C9-D74E-4113-84C7-C33DDD2C4F81}" destId="{6056B1AE-8489-4E24-82AC-066EDD753410}" srcOrd="2" destOrd="0" presId="urn:microsoft.com/office/officeart/2005/8/layout/hChevron3"/>
    <dgm:cxn modelId="{7255FBDF-0D55-46FC-A7D0-E9BE739E65E8}" type="presParOf" srcId="{A7C3F6C9-D74E-4113-84C7-C33DDD2C4F81}" destId="{740E14AD-49FA-44ED-8D79-F4ACCE4E9757}" srcOrd="3" destOrd="0" presId="urn:microsoft.com/office/officeart/2005/8/layout/hChevron3"/>
    <dgm:cxn modelId="{964F5527-62EF-4CCE-A700-836333ECDEEA}" type="presParOf" srcId="{A7C3F6C9-D74E-4113-84C7-C33DDD2C4F81}" destId="{3CD73A72-6683-4B84-9A3A-FC0755FB3C22}" srcOrd="4" destOrd="0" presId="urn:microsoft.com/office/officeart/2005/8/layout/hChevron3"/>
    <dgm:cxn modelId="{9820EA91-2C66-4AF7-B6CD-8CB940E7C2EA}" type="presParOf" srcId="{A7C3F6C9-D74E-4113-84C7-C33DDD2C4F81}" destId="{9CF44B1C-87D0-4259-AD82-ACF1C7D817F4}" srcOrd="5" destOrd="0" presId="urn:microsoft.com/office/officeart/2005/8/layout/hChevron3"/>
    <dgm:cxn modelId="{87F7C04B-9ABF-457C-8534-67E3808E2542}" type="presParOf" srcId="{A7C3F6C9-D74E-4113-84C7-C33DDD2C4F81}" destId="{AF5174E4-5F0D-4FAC-B2B9-0C4E42C0F0C4}" srcOrd="6" destOrd="0" presId="urn:microsoft.com/office/officeart/2005/8/layout/hChevron3"/>
    <dgm:cxn modelId="{D84BCF30-4506-4488-841C-56216DAD1FA5}" type="presParOf" srcId="{A7C3F6C9-D74E-4113-84C7-C33DDD2C4F81}" destId="{756628A3-5FA6-43B1-8869-15645BA9C3B5}" srcOrd="7" destOrd="0" presId="urn:microsoft.com/office/officeart/2005/8/layout/hChevron3"/>
    <dgm:cxn modelId="{F4DFB941-931F-43F0-A7B8-E56F8F4A4124}" type="presParOf" srcId="{A7C3F6C9-D74E-4113-84C7-C33DDD2C4F81}" destId="{0BB7E56B-F466-47B3-8564-905FD8DDF759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218539A-60B6-41BF-9BB8-F1D9CA0FA7E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EF6A5A3D-5AFE-4D13-BEAE-0946272067E9}">
      <dgm:prSet phldrT="[Text]"/>
      <dgm:spPr/>
      <dgm:t>
        <a:bodyPr/>
        <a:lstStyle/>
        <a:p>
          <a:r>
            <a:rPr lang="de-DE" dirty="0"/>
            <a:t>Ist-Zustand</a:t>
          </a:r>
        </a:p>
      </dgm:t>
    </dgm:pt>
    <dgm:pt modelId="{EBA1E7AC-1883-4FA9-8124-49C496EBAB57}" type="parTrans" cxnId="{FD08CC07-34D4-4EA2-A316-B4118F98C874}">
      <dgm:prSet/>
      <dgm:spPr/>
      <dgm:t>
        <a:bodyPr/>
        <a:lstStyle/>
        <a:p>
          <a:endParaRPr lang="de-DE"/>
        </a:p>
      </dgm:t>
    </dgm:pt>
    <dgm:pt modelId="{A8736456-A6DF-4FA2-83A1-42625247FB9A}" type="sibTrans" cxnId="{FD08CC07-34D4-4EA2-A316-B4118F98C874}">
      <dgm:prSet/>
      <dgm:spPr/>
      <dgm:t>
        <a:bodyPr/>
        <a:lstStyle/>
        <a:p>
          <a:endParaRPr lang="de-DE"/>
        </a:p>
      </dgm:t>
    </dgm:pt>
    <dgm:pt modelId="{23218007-A3A8-4519-B5BA-FF886028869A}">
      <dgm:prSet phldrT="[Text]"/>
      <dgm:spPr/>
      <dgm:t>
        <a:bodyPr/>
        <a:lstStyle/>
        <a:p>
          <a:r>
            <a:rPr lang="de-DE" dirty="0"/>
            <a:t>Soll-Konzept</a:t>
          </a:r>
        </a:p>
      </dgm:t>
    </dgm:pt>
    <dgm:pt modelId="{2903BA91-4EAE-4A0D-A327-94A600CBFA53}" type="parTrans" cxnId="{7AA47EE0-7626-410E-8954-FCD50B9E9E41}">
      <dgm:prSet/>
      <dgm:spPr/>
      <dgm:t>
        <a:bodyPr/>
        <a:lstStyle/>
        <a:p>
          <a:endParaRPr lang="de-DE"/>
        </a:p>
      </dgm:t>
    </dgm:pt>
    <dgm:pt modelId="{9348F7C4-B67C-4A73-B315-CD9B7F9466F5}" type="sibTrans" cxnId="{7AA47EE0-7626-410E-8954-FCD50B9E9E41}">
      <dgm:prSet/>
      <dgm:spPr/>
      <dgm:t>
        <a:bodyPr/>
        <a:lstStyle/>
        <a:p>
          <a:endParaRPr lang="de-DE"/>
        </a:p>
      </dgm:t>
    </dgm:pt>
    <dgm:pt modelId="{9FE3C8CC-165E-469F-9FEA-9DEA2453C48D}">
      <dgm:prSet phldrT="[Text]"/>
      <dgm:spPr>
        <a:solidFill>
          <a:schemeClr val="accent2"/>
        </a:solidFill>
      </dgm:spPr>
      <dgm:t>
        <a:bodyPr/>
        <a:lstStyle/>
        <a:p>
          <a:r>
            <a:rPr lang="de-DE" dirty="0"/>
            <a:t>Zielsetzung</a:t>
          </a:r>
        </a:p>
      </dgm:t>
    </dgm:pt>
    <dgm:pt modelId="{48251EA7-15DE-4636-B7E0-12B501326385}" type="parTrans" cxnId="{DFA37454-751B-4C92-B431-E7AFE6C22DE9}">
      <dgm:prSet/>
      <dgm:spPr/>
      <dgm:t>
        <a:bodyPr/>
        <a:lstStyle/>
        <a:p>
          <a:endParaRPr lang="de-DE"/>
        </a:p>
      </dgm:t>
    </dgm:pt>
    <dgm:pt modelId="{7CFD9CA5-50A3-4243-BAEB-73AA912674A0}" type="sibTrans" cxnId="{DFA37454-751B-4C92-B431-E7AFE6C22DE9}">
      <dgm:prSet/>
      <dgm:spPr/>
      <dgm:t>
        <a:bodyPr/>
        <a:lstStyle/>
        <a:p>
          <a:endParaRPr lang="de-DE"/>
        </a:p>
      </dgm:t>
    </dgm:pt>
    <dgm:pt modelId="{0C121CCE-9894-42FC-B3CA-A2F7BDC3DF0C}">
      <dgm:prSet phldrT="[Text]"/>
      <dgm:spPr/>
      <dgm:t>
        <a:bodyPr/>
        <a:lstStyle/>
        <a:p>
          <a:r>
            <a:rPr lang="de-DE" dirty="0"/>
            <a:t>Zwischenstand</a:t>
          </a:r>
        </a:p>
      </dgm:t>
    </dgm:pt>
    <dgm:pt modelId="{07253FE8-1222-42AC-87F5-4B598CF36CB5}" type="parTrans" cxnId="{D476320E-2842-43A7-95AE-D102FB58F248}">
      <dgm:prSet/>
      <dgm:spPr/>
      <dgm:t>
        <a:bodyPr/>
        <a:lstStyle/>
        <a:p>
          <a:endParaRPr lang="de-DE"/>
        </a:p>
      </dgm:t>
    </dgm:pt>
    <dgm:pt modelId="{E51D0682-B233-4877-A939-05DA4D3D3737}" type="sibTrans" cxnId="{D476320E-2842-43A7-95AE-D102FB58F248}">
      <dgm:prSet/>
      <dgm:spPr/>
      <dgm:t>
        <a:bodyPr/>
        <a:lstStyle/>
        <a:p>
          <a:endParaRPr lang="de-DE"/>
        </a:p>
      </dgm:t>
    </dgm:pt>
    <dgm:pt modelId="{356C15EE-56D4-4254-955F-CD78C9C37923}">
      <dgm:prSet phldrT="[Text]"/>
      <dgm:spPr/>
      <dgm:t>
        <a:bodyPr/>
        <a:lstStyle/>
        <a:p>
          <a:r>
            <a:rPr lang="de-DE" dirty="0"/>
            <a:t>Projekt</a:t>
          </a:r>
        </a:p>
      </dgm:t>
    </dgm:pt>
    <dgm:pt modelId="{27677972-D419-4B93-BB44-9B8DC67CD67A}" type="sibTrans" cxnId="{1D61AF5D-3FE9-4AA0-AD0E-52B3386A5557}">
      <dgm:prSet/>
      <dgm:spPr/>
      <dgm:t>
        <a:bodyPr/>
        <a:lstStyle/>
        <a:p>
          <a:endParaRPr lang="de-DE"/>
        </a:p>
      </dgm:t>
    </dgm:pt>
    <dgm:pt modelId="{461D48E8-C516-4157-918B-8E2F067B11ED}" type="parTrans" cxnId="{1D61AF5D-3FE9-4AA0-AD0E-52B3386A5557}">
      <dgm:prSet/>
      <dgm:spPr/>
      <dgm:t>
        <a:bodyPr/>
        <a:lstStyle/>
        <a:p>
          <a:endParaRPr lang="de-DE"/>
        </a:p>
      </dgm:t>
    </dgm:pt>
    <dgm:pt modelId="{A7C3F6C9-D74E-4113-84C7-C33DDD2C4F81}" type="pres">
      <dgm:prSet presAssocID="{D218539A-60B6-41BF-9BB8-F1D9CA0FA7E5}" presName="Name0" presStyleCnt="0">
        <dgm:presLayoutVars>
          <dgm:dir/>
          <dgm:resizeHandles val="exact"/>
        </dgm:presLayoutVars>
      </dgm:prSet>
      <dgm:spPr/>
    </dgm:pt>
    <dgm:pt modelId="{BCC554A3-1705-4F44-8198-9779A483A7B8}" type="pres">
      <dgm:prSet presAssocID="{356C15EE-56D4-4254-955F-CD78C9C37923}" presName="parTxOnly" presStyleLbl="node1" presStyleIdx="0" presStyleCnt="5">
        <dgm:presLayoutVars>
          <dgm:bulletEnabled val="1"/>
        </dgm:presLayoutVars>
      </dgm:prSet>
      <dgm:spPr/>
    </dgm:pt>
    <dgm:pt modelId="{9D0AF631-6A76-4E1A-A424-0D1EDF5507F4}" type="pres">
      <dgm:prSet presAssocID="{27677972-D419-4B93-BB44-9B8DC67CD67A}" presName="parSpace" presStyleCnt="0"/>
      <dgm:spPr/>
    </dgm:pt>
    <dgm:pt modelId="{6056B1AE-8489-4E24-82AC-066EDD753410}" type="pres">
      <dgm:prSet presAssocID="{EF6A5A3D-5AFE-4D13-BEAE-0946272067E9}" presName="parTxOnly" presStyleLbl="node1" presStyleIdx="1" presStyleCnt="5">
        <dgm:presLayoutVars>
          <dgm:bulletEnabled val="1"/>
        </dgm:presLayoutVars>
      </dgm:prSet>
      <dgm:spPr/>
    </dgm:pt>
    <dgm:pt modelId="{740E14AD-49FA-44ED-8D79-F4ACCE4E9757}" type="pres">
      <dgm:prSet presAssocID="{A8736456-A6DF-4FA2-83A1-42625247FB9A}" presName="parSpace" presStyleCnt="0"/>
      <dgm:spPr/>
    </dgm:pt>
    <dgm:pt modelId="{3CD73A72-6683-4B84-9A3A-FC0755FB3C22}" type="pres">
      <dgm:prSet presAssocID="{23218007-A3A8-4519-B5BA-FF886028869A}" presName="parTxOnly" presStyleLbl="node1" presStyleIdx="2" presStyleCnt="5">
        <dgm:presLayoutVars>
          <dgm:bulletEnabled val="1"/>
        </dgm:presLayoutVars>
      </dgm:prSet>
      <dgm:spPr/>
    </dgm:pt>
    <dgm:pt modelId="{9CF44B1C-87D0-4259-AD82-ACF1C7D817F4}" type="pres">
      <dgm:prSet presAssocID="{9348F7C4-B67C-4A73-B315-CD9B7F9466F5}" presName="parSpace" presStyleCnt="0"/>
      <dgm:spPr/>
    </dgm:pt>
    <dgm:pt modelId="{AF5174E4-5F0D-4FAC-B2B9-0C4E42C0F0C4}" type="pres">
      <dgm:prSet presAssocID="{9FE3C8CC-165E-469F-9FEA-9DEA2453C48D}" presName="parTxOnly" presStyleLbl="node1" presStyleIdx="3" presStyleCnt="5">
        <dgm:presLayoutVars>
          <dgm:bulletEnabled val="1"/>
        </dgm:presLayoutVars>
      </dgm:prSet>
      <dgm:spPr/>
    </dgm:pt>
    <dgm:pt modelId="{756628A3-5FA6-43B1-8869-15645BA9C3B5}" type="pres">
      <dgm:prSet presAssocID="{7CFD9CA5-50A3-4243-BAEB-73AA912674A0}" presName="parSpace" presStyleCnt="0"/>
      <dgm:spPr/>
    </dgm:pt>
    <dgm:pt modelId="{0BB7E56B-F466-47B3-8564-905FD8DDF759}" type="pres">
      <dgm:prSet presAssocID="{0C121CCE-9894-42FC-B3CA-A2F7BDC3DF0C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FD08CC07-34D4-4EA2-A316-B4118F98C874}" srcId="{D218539A-60B6-41BF-9BB8-F1D9CA0FA7E5}" destId="{EF6A5A3D-5AFE-4D13-BEAE-0946272067E9}" srcOrd="1" destOrd="0" parTransId="{EBA1E7AC-1883-4FA9-8124-49C496EBAB57}" sibTransId="{A8736456-A6DF-4FA2-83A1-42625247FB9A}"/>
    <dgm:cxn modelId="{D476320E-2842-43A7-95AE-D102FB58F248}" srcId="{D218539A-60B6-41BF-9BB8-F1D9CA0FA7E5}" destId="{0C121CCE-9894-42FC-B3CA-A2F7BDC3DF0C}" srcOrd="4" destOrd="0" parTransId="{07253FE8-1222-42AC-87F5-4B598CF36CB5}" sibTransId="{E51D0682-B233-4877-A939-05DA4D3D3737}"/>
    <dgm:cxn modelId="{BAA7B816-0EF5-4AFE-B0A5-E06A3A13078E}" type="presOf" srcId="{356C15EE-56D4-4254-955F-CD78C9C37923}" destId="{BCC554A3-1705-4F44-8198-9779A483A7B8}" srcOrd="0" destOrd="0" presId="urn:microsoft.com/office/officeart/2005/8/layout/hChevron3"/>
    <dgm:cxn modelId="{1D61AF5D-3FE9-4AA0-AD0E-52B3386A5557}" srcId="{D218539A-60B6-41BF-9BB8-F1D9CA0FA7E5}" destId="{356C15EE-56D4-4254-955F-CD78C9C37923}" srcOrd="0" destOrd="0" parTransId="{461D48E8-C516-4157-918B-8E2F067B11ED}" sibTransId="{27677972-D419-4B93-BB44-9B8DC67CD67A}"/>
    <dgm:cxn modelId="{B6643867-3FAD-413D-BB4C-5EBA3BFB2209}" type="presOf" srcId="{D218539A-60B6-41BF-9BB8-F1D9CA0FA7E5}" destId="{A7C3F6C9-D74E-4113-84C7-C33DDD2C4F81}" srcOrd="0" destOrd="0" presId="urn:microsoft.com/office/officeart/2005/8/layout/hChevron3"/>
    <dgm:cxn modelId="{9FCA486A-E8BE-43F5-8D44-57E68597B54F}" type="presOf" srcId="{0C121CCE-9894-42FC-B3CA-A2F7BDC3DF0C}" destId="{0BB7E56B-F466-47B3-8564-905FD8DDF759}" srcOrd="0" destOrd="0" presId="urn:microsoft.com/office/officeart/2005/8/layout/hChevron3"/>
    <dgm:cxn modelId="{DFA37454-751B-4C92-B431-E7AFE6C22DE9}" srcId="{D218539A-60B6-41BF-9BB8-F1D9CA0FA7E5}" destId="{9FE3C8CC-165E-469F-9FEA-9DEA2453C48D}" srcOrd="3" destOrd="0" parTransId="{48251EA7-15DE-4636-B7E0-12B501326385}" sibTransId="{7CFD9CA5-50A3-4243-BAEB-73AA912674A0}"/>
    <dgm:cxn modelId="{B88C0C8E-1C9A-48A5-A831-59CDFE0CFD24}" type="presOf" srcId="{23218007-A3A8-4519-B5BA-FF886028869A}" destId="{3CD73A72-6683-4B84-9A3A-FC0755FB3C22}" srcOrd="0" destOrd="0" presId="urn:microsoft.com/office/officeart/2005/8/layout/hChevron3"/>
    <dgm:cxn modelId="{D1EE14BC-4EE3-48CA-A5DB-25B261817F2E}" type="presOf" srcId="{EF6A5A3D-5AFE-4D13-BEAE-0946272067E9}" destId="{6056B1AE-8489-4E24-82AC-066EDD753410}" srcOrd="0" destOrd="0" presId="urn:microsoft.com/office/officeart/2005/8/layout/hChevron3"/>
    <dgm:cxn modelId="{7AA47EE0-7626-410E-8954-FCD50B9E9E41}" srcId="{D218539A-60B6-41BF-9BB8-F1D9CA0FA7E5}" destId="{23218007-A3A8-4519-B5BA-FF886028869A}" srcOrd="2" destOrd="0" parTransId="{2903BA91-4EAE-4A0D-A327-94A600CBFA53}" sibTransId="{9348F7C4-B67C-4A73-B315-CD9B7F9466F5}"/>
    <dgm:cxn modelId="{664946F2-ECE0-4F63-BAD4-2CF7EAF2D9C4}" type="presOf" srcId="{9FE3C8CC-165E-469F-9FEA-9DEA2453C48D}" destId="{AF5174E4-5F0D-4FAC-B2B9-0C4E42C0F0C4}" srcOrd="0" destOrd="0" presId="urn:microsoft.com/office/officeart/2005/8/layout/hChevron3"/>
    <dgm:cxn modelId="{EB0DC60F-78FC-4098-B2BC-DCD0C7001958}" type="presParOf" srcId="{A7C3F6C9-D74E-4113-84C7-C33DDD2C4F81}" destId="{BCC554A3-1705-4F44-8198-9779A483A7B8}" srcOrd="0" destOrd="0" presId="urn:microsoft.com/office/officeart/2005/8/layout/hChevron3"/>
    <dgm:cxn modelId="{0F751C6F-8EBC-47C3-81FA-81AC49A22BA8}" type="presParOf" srcId="{A7C3F6C9-D74E-4113-84C7-C33DDD2C4F81}" destId="{9D0AF631-6A76-4E1A-A424-0D1EDF5507F4}" srcOrd="1" destOrd="0" presId="urn:microsoft.com/office/officeart/2005/8/layout/hChevron3"/>
    <dgm:cxn modelId="{89823882-2950-401E-BA8C-3ACC7ABE6EBE}" type="presParOf" srcId="{A7C3F6C9-D74E-4113-84C7-C33DDD2C4F81}" destId="{6056B1AE-8489-4E24-82AC-066EDD753410}" srcOrd="2" destOrd="0" presId="urn:microsoft.com/office/officeart/2005/8/layout/hChevron3"/>
    <dgm:cxn modelId="{7255FBDF-0D55-46FC-A7D0-E9BE739E65E8}" type="presParOf" srcId="{A7C3F6C9-D74E-4113-84C7-C33DDD2C4F81}" destId="{740E14AD-49FA-44ED-8D79-F4ACCE4E9757}" srcOrd="3" destOrd="0" presId="urn:microsoft.com/office/officeart/2005/8/layout/hChevron3"/>
    <dgm:cxn modelId="{964F5527-62EF-4CCE-A700-836333ECDEEA}" type="presParOf" srcId="{A7C3F6C9-D74E-4113-84C7-C33DDD2C4F81}" destId="{3CD73A72-6683-4B84-9A3A-FC0755FB3C22}" srcOrd="4" destOrd="0" presId="urn:microsoft.com/office/officeart/2005/8/layout/hChevron3"/>
    <dgm:cxn modelId="{9820EA91-2C66-4AF7-B6CD-8CB940E7C2EA}" type="presParOf" srcId="{A7C3F6C9-D74E-4113-84C7-C33DDD2C4F81}" destId="{9CF44B1C-87D0-4259-AD82-ACF1C7D817F4}" srcOrd="5" destOrd="0" presId="urn:microsoft.com/office/officeart/2005/8/layout/hChevron3"/>
    <dgm:cxn modelId="{87F7C04B-9ABF-457C-8534-67E3808E2542}" type="presParOf" srcId="{A7C3F6C9-D74E-4113-84C7-C33DDD2C4F81}" destId="{AF5174E4-5F0D-4FAC-B2B9-0C4E42C0F0C4}" srcOrd="6" destOrd="0" presId="urn:microsoft.com/office/officeart/2005/8/layout/hChevron3"/>
    <dgm:cxn modelId="{D84BCF30-4506-4488-841C-56216DAD1FA5}" type="presParOf" srcId="{A7C3F6C9-D74E-4113-84C7-C33DDD2C4F81}" destId="{756628A3-5FA6-43B1-8869-15645BA9C3B5}" srcOrd="7" destOrd="0" presId="urn:microsoft.com/office/officeart/2005/8/layout/hChevron3"/>
    <dgm:cxn modelId="{F4DFB941-931F-43F0-A7B8-E56F8F4A4124}" type="presParOf" srcId="{A7C3F6C9-D74E-4113-84C7-C33DDD2C4F81}" destId="{0BB7E56B-F466-47B3-8564-905FD8DDF759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218539A-60B6-41BF-9BB8-F1D9CA0FA7E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EF6A5A3D-5AFE-4D13-BEAE-0946272067E9}">
      <dgm:prSet phldrT="[Text]"/>
      <dgm:spPr/>
      <dgm:t>
        <a:bodyPr/>
        <a:lstStyle/>
        <a:p>
          <a:r>
            <a:rPr lang="de-DE" dirty="0"/>
            <a:t>Ist-Zustand</a:t>
          </a:r>
        </a:p>
      </dgm:t>
    </dgm:pt>
    <dgm:pt modelId="{EBA1E7AC-1883-4FA9-8124-49C496EBAB57}" type="parTrans" cxnId="{FD08CC07-34D4-4EA2-A316-B4118F98C874}">
      <dgm:prSet/>
      <dgm:spPr/>
      <dgm:t>
        <a:bodyPr/>
        <a:lstStyle/>
        <a:p>
          <a:endParaRPr lang="de-DE"/>
        </a:p>
      </dgm:t>
    </dgm:pt>
    <dgm:pt modelId="{A8736456-A6DF-4FA2-83A1-42625247FB9A}" type="sibTrans" cxnId="{FD08CC07-34D4-4EA2-A316-B4118F98C874}">
      <dgm:prSet/>
      <dgm:spPr/>
      <dgm:t>
        <a:bodyPr/>
        <a:lstStyle/>
        <a:p>
          <a:endParaRPr lang="de-DE"/>
        </a:p>
      </dgm:t>
    </dgm:pt>
    <dgm:pt modelId="{23218007-A3A8-4519-B5BA-FF886028869A}">
      <dgm:prSet phldrT="[Text]"/>
      <dgm:spPr/>
      <dgm:t>
        <a:bodyPr/>
        <a:lstStyle/>
        <a:p>
          <a:r>
            <a:rPr lang="de-DE" dirty="0"/>
            <a:t>Soll-Konzept</a:t>
          </a:r>
        </a:p>
      </dgm:t>
    </dgm:pt>
    <dgm:pt modelId="{2903BA91-4EAE-4A0D-A327-94A600CBFA53}" type="parTrans" cxnId="{7AA47EE0-7626-410E-8954-FCD50B9E9E41}">
      <dgm:prSet/>
      <dgm:spPr/>
      <dgm:t>
        <a:bodyPr/>
        <a:lstStyle/>
        <a:p>
          <a:endParaRPr lang="de-DE"/>
        </a:p>
      </dgm:t>
    </dgm:pt>
    <dgm:pt modelId="{9348F7C4-B67C-4A73-B315-CD9B7F9466F5}" type="sibTrans" cxnId="{7AA47EE0-7626-410E-8954-FCD50B9E9E41}">
      <dgm:prSet/>
      <dgm:spPr/>
      <dgm:t>
        <a:bodyPr/>
        <a:lstStyle/>
        <a:p>
          <a:endParaRPr lang="de-DE"/>
        </a:p>
      </dgm:t>
    </dgm:pt>
    <dgm:pt modelId="{9FE3C8CC-165E-469F-9FEA-9DEA2453C48D}">
      <dgm:prSet phldrT="[Text]"/>
      <dgm:spPr>
        <a:solidFill>
          <a:schemeClr val="accent1"/>
        </a:solidFill>
      </dgm:spPr>
      <dgm:t>
        <a:bodyPr/>
        <a:lstStyle/>
        <a:p>
          <a:r>
            <a:rPr lang="de-DE" dirty="0"/>
            <a:t>Zielsetzung</a:t>
          </a:r>
        </a:p>
      </dgm:t>
    </dgm:pt>
    <dgm:pt modelId="{48251EA7-15DE-4636-B7E0-12B501326385}" type="parTrans" cxnId="{DFA37454-751B-4C92-B431-E7AFE6C22DE9}">
      <dgm:prSet/>
      <dgm:spPr/>
      <dgm:t>
        <a:bodyPr/>
        <a:lstStyle/>
        <a:p>
          <a:endParaRPr lang="de-DE"/>
        </a:p>
      </dgm:t>
    </dgm:pt>
    <dgm:pt modelId="{7CFD9CA5-50A3-4243-BAEB-73AA912674A0}" type="sibTrans" cxnId="{DFA37454-751B-4C92-B431-E7AFE6C22DE9}">
      <dgm:prSet/>
      <dgm:spPr/>
      <dgm:t>
        <a:bodyPr/>
        <a:lstStyle/>
        <a:p>
          <a:endParaRPr lang="de-DE"/>
        </a:p>
      </dgm:t>
    </dgm:pt>
    <dgm:pt modelId="{0C121CCE-9894-42FC-B3CA-A2F7BDC3DF0C}">
      <dgm:prSet phldrT="[Text]"/>
      <dgm:spPr>
        <a:solidFill>
          <a:schemeClr val="accent2"/>
        </a:solidFill>
      </dgm:spPr>
      <dgm:t>
        <a:bodyPr/>
        <a:lstStyle/>
        <a:p>
          <a:r>
            <a:rPr lang="de-DE" dirty="0"/>
            <a:t>Ausblick</a:t>
          </a:r>
        </a:p>
      </dgm:t>
    </dgm:pt>
    <dgm:pt modelId="{07253FE8-1222-42AC-87F5-4B598CF36CB5}" type="parTrans" cxnId="{D476320E-2842-43A7-95AE-D102FB58F248}">
      <dgm:prSet/>
      <dgm:spPr/>
      <dgm:t>
        <a:bodyPr/>
        <a:lstStyle/>
        <a:p>
          <a:endParaRPr lang="de-DE"/>
        </a:p>
      </dgm:t>
    </dgm:pt>
    <dgm:pt modelId="{E51D0682-B233-4877-A939-05DA4D3D3737}" type="sibTrans" cxnId="{D476320E-2842-43A7-95AE-D102FB58F248}">
      <dgm:prSet/>
      <dgm:spPr/>
      <dgm:t>
        <a:bodyPr/>
        <a:lstStyle/>
        <a:p>
          <a:endParaRPr lang="de-DE"/>
        </a:p>
      </dgm:t>
    </dgm:pt>
    <dgm:pt modelId="{356C15EE-56D4-4254-955F-CD78C9C37923}">
      <dgm:prSet phldrT="[Text]"/>
      <dgm:spPr/>
      <dgm:t>
        <a:bodyPr/>
        <a:lstStyle/>
        <a:p>
          <a:r>
            <a:rPr lang="de-DE" dirty="0"/>
            <a:t>Projekt</a:t>
          </a:r>
        </a:p>
      </dgm:t>
    </dgm:pt>
    <dgm:pt modelId="{27677972-D419-4B93-BB44-9B8DC67CD67A}" type="sibTrans" cxnId="{1D61AF5D-3FE9-4AA0-AD0E-52B3386A5557}">
      <dgm:prSet/>
      <dgm:spPr/>
      <dgm:t>
        <a:bodyPr/>
        <a:lstStyle/>
        <a:p>
          <a:endParaRPr lang="de-DE"/>
        </a:p>
      </dgm:t>
    </dgm:pt>
    <dgm:pt modelId="{461D48E8-C516-4157-918B-8E2F067B11ED}" type="parTrans" cxnId="{1D61AF5D-3FE9-4AA0-AD0E-52B3386A5557}">
      <dgm:prSet/>
      <dgm:spPr/>
      <dgm:t>
        <a:bodyPr/>
        <a:lstStyle/>
        <a:p>
          <a:endParaRPr lang="de-DE"/>
        </a:p>
      </dgm:t>
    </dgm:pt>
    <dgm:pt modelId="{A7C3F6C9-D74E-4113-84C7-C33DDD2C4F81}" type="pres">
      <dgm:prSet presAssocID="{D218539A-60B6-41BF-9BB8-F1D9CA0FA7E5}" presName="Name0" presStyleCnt="0">
        <dgm:presLayoutVars>
          <dgm:dir/>
          <dgm:resizeHandles val="exact"/>
        </dgm:presLayoutVars>
      </dgm:prSet>
      <dgm:spPr/>
    </dgm:pt>
    <dgm:pt modelId="{BCC554A3-1705-4F44-8198-9779A483A7B8}" type="pres">
      <dgm:prSet presAssocID="{356C15EE-56D4-4254-955F-CD78C9C37923}" presName="parTxOnly" presStyleLbl="node1" presStyleIdx="0" presStyleCnt="5">
        <dgm:presLayoutVars>
          <dgm:bulletEnabled val="1"/>
        </dgm:presLayoutVars>
      </dgm:prSet>
      <dgm:spPr/>
    </dgm:pt>
    <dgm:pt modelId="{9D0AF631-6A76-4E1A-A424-0D1EDF5507F4}" type="pres">
      <dgm:prSet presAssocID="{27677972-D419-4B93-BB44-9B8DC67CD67A}" presName="parSpace" presStyleCnt="0"/>
      <dgm:spPr/>
    </dgm:pt>
    <dgm:pt modelId="{6056B1AE-8489-4E24-82AC-066EDD753410}" type="pres">
      <dgm:prSet presAssocID="{EF6A5A3D-5AFE-4D13-BEAE-0946272067E9}" presName="parTxOnly" presStyleLbl="node1" presStyleIdx="1" presStyleCnt="5">
        <dgm:presLayoutVars>
          <dgm:bulletEnabled val="1"/>
        </dgm:presLayoutVars>
      </dgm:prSet>
      <dgm:spPr/>
    </dgm:pt>
    <dgm:pt modelId="{740E14AD-49FA-44ED-8D79-F4ACCE4E9757}" type="pres">
      <dgm:prSet presAssocID="{A8736456-A6DF-4FA2-83A1-42625247FB9A}" presName="parSpace" presStyleCnt="0"/>
      <dgm:spPr/>
    </dgm:pt>
    <dgm:pt modelId="{3CD73A72-6683-4B84-9A3A-FC0755FB3C22}" type="pres">
      <dgm:prSet presAssocID="{23218007-A3A8-4519-B5BA-FF886028869A}" presName="parTxOnly" presStyleLbl="node1" presStyleIdx="2" presStyleCnt="5">
        <dgm:presLayoutVars>
          <dgm:bulletEnabled val="1"/>
        </dgm:presLayoutVars>
      </dgm:prSet>
      <dgm:spPr/>
    </dgm:pt>
    <dgm:pt modelId="{9CF44B1C-87D0-4259-AD82-ACF1C7D817F4}" type="pres">
      <dgm:prSet presAssocID="{9348F7C4-B67C-4A73-B315-CD9B7F9466F5}" presName="parSpace" presStyleCnt="0"/>
      <dgm:spPr/>
    </dgm:pt>
    <dgm:pt modelId="{AF5174E4-5F0D-4FAC-B2B9-0C4E42C0F0C4}" type="pres">
      <dgm:prSet presAssocID="{9FE3C8CC-165E-469F-9FEA-9DEA2453C48D}" presName="parTxOnly" presStyleLbl="node1" presStyleIdx="3" presStyleCnt="5">
        <dgm:presLayoutVars>
          <dgm:bulletEnabled val="1"/>
        </dgm:presLayoutVars>
      </dgm:prSet>
      <dgm:spPr/>
    </dgm:pt>
    <dgm:pt modelId="{756628A3-5FA6-43B1-8869-15645BA9C3B5}" type="pres">
      <dgm:prSet presAssocID="{7CFD9CA5-50A3-4243-BAEB-73AA912674A0}" presName="parSpace" presStyleCnt="0"/>
      <dgm:spPr/>
    </dgm:pt>
    <dgm:pt modelId="{0BB7E56B-F466-47B3-8564-905FD8DDF759}" type="pres">
      <dgm:prSet presAssocID="{0C121CCE-9894-42FC-B3CA-A2F7BDC3DF0C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FD08CC07-34D4-4EA2-A316-B4118F98C874}" srcId="{D218539A-60B6-41BF-9BB8-F1D9CA0FA7E5}" destId="{EF6A5A3D-5AFE-4D13-BEAE-0946272067E9}" srcOrd="1" destOrd="0" parTransId="{EBA1E7AC-1883-4FA9-8124-49C496EBAB57}" sibTransId="{A8736456-A6DF-4FA2-83A1-42625247FB9A}"/>
    <dgm:cxn modelId="{D476320E-2842-43A7-95AE-D102FB58F248}" srcId="{D218539A-60B6-41BF-9BB8-F1D9CA0FA7E5}" destId="{0C121CCE-9894-42FC-B3CA-A2F7BDC3DF0C}" srcOrd="4" destOrd="0" parTransId="{07253FE8-1222-42AC-87F5-4B598CF36CB5}" sibTransId="{E51D0682-B233-4877-A939-05DA4D3D3737}"/>
    <dgm:cxn modelId="{BAA7B816-0EF5-4AFE-B0A5-E06A3A13078E}" type="presOf" srcId="{356C15EE-56D4-4254-955F-CD78C9C37923}" destId="{BCC554A3-1705-4F44-8198-9779A483A7B8}" srcOrd="0" destOrd="0" presId="urn:microsoft.com/office/officeart/2005/8/layout/hChevron3"/>
    <dgm:cxn modelId="{1D61AF5D-3FE9-4AA0-AD0E-52B3386A5557}" srcId="{D218539A-60B6-41BF-9BB8-F1D9CA0FA7E5}" destId="{356C15EE-56D4-4254-955F-CD78C9C37923}" srcOrd="0" destOrd="0" parTransId="{461D48E8-C516-4157-918B-8E2F067B11ED}" sibTransId="{27677972-D419-4B93-BB44-9B8DC67CD67A}"/>
    <dgm:cxn modelId="{B6643867-3FAD-413D-BB4C-5EBA3BFB2209}" type="presOf" srcId="{D218539A-60B6-41BF-9BB8-F1D9CA0FA7E5}" destId="{A7C3F6C9-D74E-4113-84C7-C33DDD2C4F81}" srcOrd="0" destOrd="0" presId="urn:microsoft.com/office/officeart/2005/8/layout/hChevron3"/>
    <dgm:cxn modelId="{9FCA486A-E8BE-43F5-8D44-57E68597B54F}" type="presOf" srcId="{0C121CCE-9894-42FC-B3CA-A2F7BDC3DF0C}" destId="{0BB7E56B-F466-47B3-8564-905FD8DDF759}" srcOrd="0" destOrd="0" presId="urn:microsoft.com/office/officeart/2005/8/layout/hChevron3"/>
    <dgm:cxn modelId="{DFA37454-751B-4C92-B431-E7AFE6C22DE9}" srcId="{D218539A-60B6-41BF-9BB8-F1D9CA0FA7E5}" destId="{9FE3C8CC-165E-469F-9FEA-9DEA2453C48D}" srcOrd="3" destOrd="0" parTransId="{48251EA7-15DE-4636-B7E0-12B501326385}" sibTransId="{7CFD9CA5-50A3-4243-BAEB-73AA912674A0}"/>
    <dgm:cxn modelId="{B88C0C8E-1C9A-48A5-A831-59CDFE0CFD24}" type="presOf" srcId="{23218007-A3A8-4519-B5BA-FF886028869A}" destId="{3CD73A72-6683-4B84-9A3A-FC0755FB3C22}" srcOrd="0" destOrd="0" presId="urn:microsoft.com/office/officeart/2005/8/layout/hChevron3"/>
    <dgm:cxn modelId="{D1EE14BC-4EE3-48CA-A5DB-25B261817F2E}" type="presOf" srcId="{EF6A5A3D-5AFE-4D13-BEAE-0946272067E9}" destId="{6056B1AE-8489-4E24-82AC-066EDD753410}" srcOrd="0" destOrd="0" presId="urn:microsoft.com/office/officeart/2005/8/layout/hChevron3"/>
    <dgm:cxn modelId="{7AA47EE0-7626-410E-8954-FCD50B9E9E41}" srcId="{D218539A-60B6-41BF-9BB8-F1D9CA0FA7E5}" destId="{23218007-A3A8-4519-B5BA-FF886028869A}" srcOrd="2" destOrd="0" parTransId="{2903BA91-4EAE-4A0D-A327-94A600CBFA53}" sibTransId="{9348F7C4-B67C-4A73-B315-CD9B7F9466F5}"/>
    <dgm:cxn modelId="{664946F2-ECE0-4F63-BAD4-2CF7EAF2D9C4}" type="presOf" srcId="{9FE3C8CC-165E-469F-9FEA-9DEA2453C48D}" destId="{AF5174E4-5F0D-4FAC-B2B9-0C4E42C0F0C4}" srcOrd="0" destOrd="0" presId="urn:microsoft.com/office/officeart/2005/8/layout/hChevron3"/>
    <dgm:cxn modelId="{EB0DC60F-78FC-4098-B2BC-DCD0C7001958}" type="presParOf" srcId="{A7C3F6C9-D74E-4113-84C7-C33DDD2C4F81}" destId="{BCC554A3-1705-4F44-8198-9779A483A7B8}" srcOrd="0" destOrd="0" presId="urn:microsoft.com/office/officeart/2005/8/layout/hChevron3"/>
    <dgm:cxn modelId="{0F751C6F-8EBC-47C3-81FA-81AC49A22BA8}" type="presParOf" srcId="{A7C3F6C9-D74E-4113-84C7-C33DDD2C4F81}" destId="{9D0AF631-6A76-4E1A-A424-0D1EDF5507F4}" srcOrd="1" destOrd="0" presId="urn:microsoft.com/office/officeart/2005/8/layout/hChevron3"/>
    <dgm:cxn modelId="{89823882-2950-401E-BA8C-3ACC7ABE6EBE}" type="presParOf" srcId="{A7C3F6C9-D74E-4113-84C7-C33DDD2C4F81}" destId="{6056B1AE-8489-4E24-82AC-066EDD753410}" srcOrd="2" destOrd="0" presId="urn:microsoft.com/office/officeart/2005/8/layout/hChevron3"/>
    <dgm:cxn modelId="{7255FBDF-0D55-46FC-A7D0-E9BE739E65E8}" type="presParOf" srcId="{A7C3F6C9-D74E-4113-84C7-C33DDD2C4F81}" destId="{740E14AD-49FA-44ED-8D79-F4ACCE4E9757}" srcOrd="3" destOrd="0" presId="urn:microsoft.com/office/officeart/2005/8/layout/hChevron3"/>
    <dgm:cxn modelId="{964F5527-62EF-4CCE-A700-836333ECDEEA}" type="presParOf" srcId="{A7C3F6C9-D74E-4113-84C7-C33DDD2C4F81}" destId="{3CD73A72-6683-4B84-9A3A-FC0755FB3C22}" srcOrd="4" destOrd="0" presId="urn:microsoft.com/office/officeart/2005/8/layout/hChevron3"/>
    <dgm:cxn modelId="{9820EA91-2C66-4AF7-B6CD-8CB940E7C2EA}" type="presParOf" srcId="{A7C3F6C9-D74E-4113-84C7-C33DDD2C4F81}" destId="{9CF44B1C-87D0-4259-AD82-ACF1C7D817F4}" srcOrd="5" destOrd="0" presId="urn:microsoft.com/office/officeart/2005/8/layout/hChevron3"/>
    <dgm:cxn modelId="{87F7C04B-9ABF-457C-8534-67E3808E2542}" type="presParOf" srcId="{A7C3F6C9-D74E-4113-84C7-C33DDD2C4F81}" destId="{AF5174E4-5F0D-4FAC-B2B9-0C4E42C0F0C4}" srcOrd="6" destOrd="0" presId="urn:microsoft.com/office/officeart/2005/8/layout/hChevron3"/>
    <dgm:cxn modelId="{D84BCF30-4506-4488-841C-56216DAD1FA5}" type="presParOf" srcId="{A7C3F6C9-D74E-4113-84C7-C33DDD2C4F81}" destId="{756628A3-5FA6-43B1-8869-15645BA9C3B5}" srcOrd="7" destOrd="0" presId="urn:microsoft.com/office/officeart/2005/8/layout/hChevron3"/>
    <dgm:cxn modelId="{F4DFB941-931F-43F0-A7B8-E56F8F4A4124}" type="presParOf" srcId="{A7C3F6C9-D74E-4113-84C7-C33DDD2C4F81}" destId="{0BB7E56B-F466-47B3-8564-905FD8DDF759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554A3-1705-4F44-8198-9779A483A7B8}">
      <dsp:nvSpPr>
        <dsp:cNvPr id="0" name=""/>
        <dsp:cNvSpPr/>
      </dsp:nvSpPr>
      <dsp:spPr>
        <a:xfrm>
          <a:off x="1283" y="0"/>
          <a:ext cx="2503103" cy="391956"/>
        </a:xfrm>
        <a:prstGeom prst="homePlat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Projekt</a:t>
          </a:r>
        </a:p>
      </dsp:txBody>
      <dsp:txXfrm>
        <a:off x="1283" y="0"/>
        <a:ext cx="2405114" cy="391956"/>
      </dsp:txXfrm>
    </dsp:sp>
    <dsp:sp modelId="{6056B1AE-8489-4E24-82AC-066EDD753410}">
      <dsp:nvSpPr>
        <dsp:cNvPr id="0" name=""/>
        <dsp:cNvSpPr/>
      </dsp:nvSpPr>
      <dsp:spPr>
        <a:xfrm>
          <a:off x="2003766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Ist-Zustand</a:t>
          </a:r>
        </a:p>
      </dsp:txBody>
      <dsp:txXfrm>
        <a:off x="2199744" y="0"/>
        <a:ext cx="2111147" cy="391956"/>
      </dsp:txXfrm>
    </dsp:sp>
    <dsp:sp modelId="{3CD73A72-6683-4B84-9A3A-FC0755FB3C22}">
      <dsp:nvSpPr>
        <dsp:cNvPr id="0" name=""/>
        <dsp:cNvSpPr/>
      </dsp:nvSpPr>
      <dsp:spPr>
        <a:xfrm>
          <a:off x="4006248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Soll-Konzept</a:t>
          </a:r>
        </a:p>
      </dsp:txBody>
      <dsp:txXfrm>
        <a:off x="4202226" y="0"/>
        <a:ext cx="2111147" cy="391956"/>
      </dsp:txXfrm>
    </dsp:sp>
    <dsp:sp modelId="{AF5174E4-5F0D-4FAC-B2B9-0C4E42C0F0C4}">
      <dsp:nvSpPr>
        <dsp:cNvPr id="0" name=""/>
        <dsp:cNvSpPr/>
      </dsp:nvSpPr>
      <dsp:spPr>
        <a:xfrm>
          <a:off x="6008730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Zielsetzung</a:t>
          </a:r>
        </a:p>
      </dsp:txBody>
      <dsp:txXfrm>
        <a:off x="6204708" y="0"/>
        <a:ext cx="2111147" cy="391956"/>
      </dsp:txXfrm>
    </dsp:sp>
    <dsp:sp modelId="{0BB7E56B-F466-47B3-8564-905FD8DDF759}">
      <dsp:nvSpPr>
        <dsp:cNvPr id="0" name=""/>
        <dsp:cNvSpPr/>
      </dsp:nvSpPr>
      <dsp:spPr>
        <a:xfrm>
          <a:off x="8011213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Zwischenstand</a:t>
          </a:r>
        </a:p>
      </dsp:txBody>
      <dsp:txXfrm>
        <a:off x="8207191" y="0"/>
        <a:ext cx="2111147" cy="3919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554A3-1705-4F44-8198-9779A483A7B8}">
      <dsp:nvSpPr>
        <dsp:cNvPr id="0" name=""/>
        <dsp:cNvSpPr/>
      </dsp:nvSpPr>
      <dsp:spPr>
        <a:xfrm>
          <a:off x="1283" y="0"/>
          <a:ext cx="2503103" cy="39195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Projekt</a:t>
          </a:r>
        </a:p>
      </dsp:txBody>
      <dsp:txXfrm>
        <a:off x="1283" y="0"/>
        <a:ext cx="2405114" cy="391956"/>
      </dsp:txXfrm>
    </dsp:sp>
    <dsp:sp modelId="{6056B1AE-8489-4E24-82AC-066EDD753410}">
      <dsp:nvSpPr>
        <dsp:cNvPr id="0" name=""/>
        <dsp:cNvSpPr/>
      </dsp:nvSpPr>
      <dsp:spPr>
        <a:xfrm>
          <a:off x="2003766" y="0"/>
          <a:ext cx="2503103" cy="391956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Ist-Zustand</a:t>
          </a:r>
        </a:p>
      </dsp:txBody>
      <dsp:txXfrm>
        <a:off x="2199744" y="0"/>
        <a:ext cx="2111147" cy="391956"/>
      </dsp:txXfrm>
    </dsp:sp>
    <dsp:sp modelId="{3CD73A72-6683-4B84-9A3A-FC0755FB3C22}">
      <dsp:nvSpPr>
        <dsp:cNvPr id="0" name=""/>
        <dsp:cNvSpPr/>
      </dsp:nvSpPr>
      <dsp:spPr>
        <a:xfrm>
          <a:off x="4006248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Soll-Konzept</a:t>
          </a:r>
        </a:p>
      </dsp:txBody>
      <dsp:txXfrm>
        <a:off x="4202226" y="0"/>
        <a:ext cx="2111147" cy="391956"/>
      </dsp:txXfrm>
    </dsp:sp>
    <dsp:sp modelId="{AF5174E4-5F0D-4FAC-B2B9-0C4E42C0F0C4}">
      <dsp:nvSpPr>
        <dsp:cNvPr id="0" name=""/>
        <dsp:cNvSpPr/>
      </dsp:nvSpPr>
      <dsp:spPr>
        <a:xfrm>
          <a:off x="6008730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Zielsetzung</a:t>
          </a:r>
        </a:p>
      </dsp:txBody>
      <dsp:txXfrm>
        <a:off x="6204708" y="0"/>
        <a:ext cx="2111147" cy="391956"/>
      </dsp:txXfrm>
    </dsp:sp>
    <dsp:sp modelId="{0BB7E56B-F466-47B3-8564-905FD8DDF759}">
      <dsp:nvSpPr>
        <dsp:cNvPr id="0" name=""/>
        <dsp:cNvSpPr/>
      </dsp:nvSpPr>
      <dsp:spPr>
        <a:xfrm>
          <a:off x="8011213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Zwischenstand</a:t>
          </a:r>
        </a:p>
      </dsp:txBody>
      <dsp:txXfrm>
        <a:off x="8207191" y="0"/>
        <a:ext cx="2111147" cy="3919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554A3-1705-4F44-8198-9779A483A7B8}">
      <dsp:nvSpPr>
        <dsp:cNvPr id="0" name=""/>
        <dsp:cNvSpPr/>
      </dsp:nvSpPr>
      <dsp:spPr>
        <a:xfrm>
          <a:off x="1283" y="0"/>
          <a:ext cx="2503103" cy="39195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Projekt</a:t>
          </a:r>
        </a:p>
      </dsp:txBody>
      <dsp:txXfrm>
        <a:off x="1283" y="0"/>
        <a:ext cx="2405114" cy="391956"/>
      </dsp:txXfrm>
    </dsp:sp>
    <dsp:sp modelId="{6056B1AE-8489-4E24-82AC-066EDD753410}">
      <dsp:nvSpPr>
        <dsp:cNvPr id="0" name=""/>
        <dsp:cNvSpPr/>
      </dsp:nvSpPr>
      <dsp:spPr>
        <a:xfrm>
          <a:off x="2003766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Ist-Zustand</a:t>
          </a:r>
        </a:p>
      </dsp:txBody>
      <dsp:txXfrm>
        <a:off x="2199744" y="0"/>
        <a:ext cx="2111147" cy="391956"/>
      </dsp:txXfrm>
    </dsp:sp>
    <dsp:sp modelId="{3CD73A72-6683-4B84-9A3A-FC0755FB3C22}">
      <dsp:nvSpPr>
        <dsp:cNvPr id="0" name=""/>
        <dsp:cNvSpPr/>
      </dsp:nvSpPr>
      <dsp:spPr>
        <a:xfrm>
          <a:off x="4006248" y="0"/>
          <a:ext cx="2503103" cy="391956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Soll-Konzept</a:t>
          </a:r>
        </a:p>
      </dsp:txBody>
      <dsp:txXfrm>
        <a:off x="4202226" y="0"/>
        <a:ext cx="2111147" cy="391956"/>
      </dsp:txXfrm>
    </dsp:sp>
    <dsp:sp modelId="{AF5174E4-5F0D-4FAC-B2B9-0C4E42C0F0C4}">
      <dsp:nvSpPr>
        <dsp:cNvPr id="0" name=""/>
        <dsp:cNvSpPr/>
      </dsp:nvSpPr>
      <dsp:spPr>
        <a:xfrm>
          <a:off x="6008730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Zielsetzung</a:t>
          </a:r>
        </a:p>
      </dsp:txBody>
      <dsp:txXfrm>
        <a:off x="6204708" y="0"/>
        <a:ext cx="2111147" cy="391956"/>
      </dsp:txXfrm>
    </dsp:sp>
    <dsp:sp modelId="{0BB7E56B-F466-47B3-8564-905FD8DDF759}">
      <dsp:nvSpPr>
        <dsp:cNvPr id="0" name=""/>
        <dsp:cNvSpPr/>
      </dsp:nvSpPr>
      <dsp:spPr>
        <a:xfrm>
          <a:off x="8011213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Zwischenstand</a:t>
          </a:r>
        </a:p>
      </dsp:txBody>
      <dsp:txXfrm>
        <a:off x="8207191" y="0"/>
        <a:ext cx="2111147" cy="3919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554A3-1705-4F44-8198-9779A483A7B8}">
      <dsp:nvSpPr>
        <dsp:cNvPr id="0" name=""/>
        <dsp:cNvSpPr/>
      </dsp:nvSpPr>
      <dsp:spPr>
        <a:xfrm>
          <a:off x="1283" y="0"/>
          <a:ext cx="2503103" cy="39195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Projekt</a:t>
          </a:r>
        </a:p>
      </dsp:txBody>
      <dsp:txXfrm>
        <a:off x="1283" y="0"/>
        <a:ext cx="2405114" cy="391956"/>
      </dsp:txXfrm>
    </dsp:sp>
    <dsp:sp modelId="{6056B1AE-8489-4E24-82AC-066EDD753410}">
      <dsp:nvSpPr>
        <dsp:cNvPr id="0" name=""/>
        <dsp:cNvSpPr/>
      </dsp:nvSpPr>
      <dsp:spPr>
        <a:xfrm>
          <a:off x="2003766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Ist-Zustand</a:t>
          </a:r>
        </a:p>
      </dsp:txBody>
      <dsp:txXfrm>
        <a:off x="2199744" y="0"/>
        <a:ext cx="2111147" cy="391956"/>
      </dsp:txXfrm>
    </dsp:sp>
    <dsp:sp modelId="{3CD73A72-6683-4B84-9A3A-FC0755FB3C22}">
      <dsp:nvSpPr>
        <dsp:cNvPr id="0" name=""/>
        <dsp:cNvSpPr/>
      </dsp:nvSpPr>
      <dsp:spPr>
        <a:xfrm>
          <a:off x="4006248" y="0"/>
          <a:ext cx="2503103" cy="391956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Soll-Konzept</a:t>
          </a:r>
        </a:p>
      </dsp:txBody>
      <dsp:txXfrm>
        <a:off x="4202226" y="0"/>
        <a:ext cx="2111147" cy="391956"/>
      </dsp:txXfrm>
    </dsp:sp>
    <dsp:sp modelId="{AF5174E4-5F0D-4FAC-B2B9-0C4E42C0F0C4}">
      <dsp:nvSpPr>
        <dsp:cNvPr id="0" name=""/>
        <dsp:cNvSpPr/>
      </dsp:nvSpPr>
      <dsp:spPr>
        <a:xfrm>
          <a:off x="6008730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Zielsetzung</a:t>
          </a:r>
        </a:p>
      </dsp:txBody>
      <dsp:txXfrm>
        <a:off x="6204708" y="0"/>
        <a:ext cx="2111147" cy="391956"/>
      </dsp:txXfrm>
    </dsp:sp>
    <dsp:sp modelId="{0BB7E56B-F466-47B3-8564-905FD8DDF759}">
      <dsp:nvSpPr>
        <dsp:cNvPr id="0" name=""/>
        <dsp:cNvSpPr/>
      </dsp:nvSpPr>
      <dsp:spPr>
        <a:xfrm>
          <a:off x="8011213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Zwischenstand</a:t>
          </a:r>
        </a:p>
      </dsp:txBody>
      <dsp:txXfrm>
        <a:off x="8207191" y="0"/>
        <a:ext cx="2111147" cy="3919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554A3-1705-4F44-8198-9779A483A7B8}">
      <dsp:nvSpPr>
        <dsp:cNvPr id="0" name=""/>
        <dsp:cNvSpPr/>
      </dsp:nvSpPr>
      <dsp:spPr>
        <a:xfrm>
          <a:off x="1283" y="0"/>
          <a:ext cx="2503103" cy="39195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Projekt</a:t>
          </a:r>
        </a:p>
      </dsp:txBody>
      <dsp:txXfrm>
        <a:off x="1283" y="0"/>
        <a:ext cx="2405114" cy="391956"/>
      </dsp:txXfrm>
    </dsp:sp>
    <dsp:sp modelId="{6056B1AE-8489-4E24-82AC-066EDD753410}">
      <dsp:nvSpPr>
        <dsp:cNvPr id="0" name=""/>
        <dsp:cNvSpPr/>
      </dsp:nvSpPr>
      <dsp:spPr>
        <a:xfrm>
          <a:off x="2003766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Ist-Zustand</a:t>
          </a:r>
        </a:p>
      </dsp:txBody>
      <dsp:txXfrm>
        <a:off x="2199744" y="0"/>
        <a:ext cx="2111147" cy="391956"/>
      </dsp:txXfrm>
    </dsp:sp>
    <dsp:sp modelId="{3CD73A72-6683-4B84-9A3A-FC0755FB3C22}">
      <dsp:nvSpPr>
        <dsp:cNvPr id="0" name=""/>
        <dsp:cNvSpPr/>
      </dsp:nvSpPr>
      <dsp:spPr>
        <a:xfrm>
          <a:off x="4006248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Soll-Konzept</a:t>
          </a:r>
        </a:p>
      </dsp:txBody>
      <dsp:txXfrm>
        <a:off x="4202226" y="0"/>
        <a:ext cx="2111147" cy="391956"/>
      </dsp:txXfrm>
    </dsp:sp>
    <dsp:sp modelId="{AF5174E4-5F0D-4FAC-B2B9-0C4E42C0F0C4}">
      <dsp:nvSpPr>
        <dsp:cNvPr id="0" name=""/>
        <dsp:cNvSpPr/>
      </dsp:nvSpPr>
      <dsp:spPr>
        <a:xfrm>
          <a:off x="6008730" y="0"/>
          <a:ext cx="2503103" cy="391956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Zielsetzung</a:t>
          </a:r>
        </a:p>
      </dsp:txBody>
      <dsp:txXfrm>
        <a:off x="6204708" y="0"/>
        <a:ext cx="2111147" cy="391956"/>
      </dsp:txXfrm>
    </dsp:sp>
    <dsp:sp modelId="{0BB7E56B-F466-47B3-8564-905FD8DDF759}">
      <dsp:nvSpPr>
        <dsp:cNvPr id="0" name=""/>
        <dsp:cNvSpPr/>
      </dsp:nvSpPr>
      <dsp:spPr>
        <a:xfrm>
          <a:off x="8011213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Zwischenstand</a:t>
          </a:r>
        </a:p>
      </dsp:txBody>
      <dsp:txXfrm>
        <a:off x="8207191" y="0"/>
        <a:ext cx="2111147" cy="3919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554A3-1705-4F44-8198-9779A483A7B8}">
      <dsp:nvSpPr>
        <dsp:cNvPr id="0" name=""/>
        <dsp:cNvSpPr/>
      </dsp:nvSpPr>
      <dsp:spPr>
        <a:xfrm>
          <a:off x="1283" y="0"/>
          <a:ext cx="2503103" cy="39195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Projekt</a:t>
          </a:r>
        </a:p>
      </dsp:txBody>
      <dsp:txXfrm>
        <a:off x="1283" y="0"/>
        <a:ext cx="2405114" cy="391956"/>
      </dsp:txXfrm>
    </dsp:sp>
    <dsp:sp modelId="{6056B1AE-8489-4E24-82AC-066EDD753410}">
      <dsp:nvSpPr>
        <dsp:cNvPr id="0" name=""/>
        <dsp:cNvSpPr/>
      </dsp:nvSpPr>
      <dsp:spPr>
        <a:xfrm>
          <a:off x="2003766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Ist-Zustand</a:t>
          </a:r>
        </a:p>
      </dsp:txBody>
      <dsp:txXfrm>
        <a:off x="2199744" y="0"/>
        <a:ext cx="2111147" cy="391956"/>
      </dsp:txXfrm>
    </dsp:sp>
    <dsp:sp modelId="{3CD73A72-6683-4B84-9A3A-FC0755FB3C22}">
      <dsp:nvSpPr>
        <dsp:cNvPr id="0" name=""/>
        <dsp:cNvSpPr/>
      </dsp:nvSpPr>
      <dsp:spPr>
        <a:xfrm>
          <a:off x="4006248" y="0"/>
          <a:ext cx="2503103" cy="3919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Soll-Konzept</a:t>
          </a:r>
        </a:p>
      </dsp:txBody>
      <dsp:txXfrm>
        <a:off x="4202226" y="0"/>
        <a:ext cx="2111147" cy="391956"/>
      </dsp:txXfrm>
    </dsp:sp>
    <dsp:sp modelId="{AF5174E4-5F0D-4FAC-B2B9-0C4E42C0F0C4}">
      <dsp:nvSpPr>
        <dsp:cNvPr id="0" name=""/>
        <dsp:cNvSpPr/>
      </dsp:nvSpPr>
      <dsp:spPr>
        <a:xfrm>
          <a:off x="6008730" y="0"/>
          <a:ext cx="2503103" cy="391956"/>
        </a:xfrm>
        <a:prstGeom prst="chevron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Zielsetzung</a:t>
          </a:r>
        </a:p>
      </dsp:txBody>
      <dsp:txXfrm>
        <a:off x="6204708" y="0"/>
        <a:ext cx="2111147" cy="391956"/>
      </dsp:txXfrm>
    </dsp:sp>
    <dsp:sp modelId="{0BB7E56B-F466-47B3-8564-905FD8DDF759}">
      <dsp:nvSpPr>
        <dsp:cNvPr id="0" name=""/>
        <dsp:cNvSpPr/>
      </dsp:nvSpPr>
      <dsp:spPr>
        <a:xfrm>
          <a:off x="8011213" y="0"/>
          <a:ext cx="2503103" cy="391956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Ausblick</a:t>
          </a:r>
        </a:p>
      </dsp:txBody>
      <dsp:txXfrm>
        <a:off x="8207191" y="0"/>
        <a:ext cx="2111147" cy="3919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7"/>
          <p:cNvPicPr/>
          <p:nvPr/>
        </p:nvPicPr>
        <p:blipFill>
          <a:blip r:embed="rId2"/>
          <a:stretch/>
        </p:blipFill>
        <p:spPr>
          <a:xfrm>
            <a:off x="10654920" y="0"/>
            <a:ext cx="1536840" cy="152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Mastertitelformat bearbeiten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13.04.2026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Elias Schmidt &amp; Beat Höllwarth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9F545C-9832-44B3-8774-6779F7AE32A1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/>
          <p:nvPr/>
        </p:nvPicPr>
        <p:blipFill>
          <a:blip r:embed="rId2"/>
          <a:stretch/>
        </p:blipFill>
        <p:spPr>
          <a:xfrm>
            <a:off x="10654920" y="0"/>
            <a:ext cx="1536840" cy="152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0853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013ABB-9C9D-49E4-8CFD-D413DCA6E46F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7"/>
          <p:cNvPicPr/>
          <p:nvPr/>
        </p:nvPicPr>
        <p:blipFill>
          <a:blip r:embed="rId2"/>
          <a:stretch/>
        </p:blipFill>
        <p:spPr>
          <a:xfrm>
            <a:off x="10654920" y="0"/>
            <a:ext cx="1536840" cy="152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41D8CA-1422-424F-A367-032D39840B6D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7"/>
          <p:cNvPicPr/>
          <p:nvPr/>
        </p:nvPicPr>
        <p:blipFill>
          <a:blip r:embed="rId2"/>
          <a:stretch/>
        </p:blipFill>
        <p:spPr>
          <a:xfrm>
            <a:off x="10654920" y="0"/>
            <a:ext cx="1536840" cy="152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653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370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72665D-0521-48C7-A0B9-73903347DA79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fik 7"/>
          <p:cNvPicPr/>
          <p:nvPr/>
        </p:nvPicPr>
        <p:blipFill>
          <a:blip r:embed="rId2"/>
          <a:stretch/>
        </p:blipFill>
        <p:spPr>
          <a:xfrm>
            <a:off x="10654920" y="0"/>
            <a:ext cx="1536840" cy="152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Mastertitelformat bearbeiten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de-DE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572D34-A86E-48DA-8D63-E50A2FB6E9CE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fik 7"/>
          <p:cNvPicPr/>
          <p:nvPr/>
        </p:nvPicPr>
        <p:blipFill>
          <a:blip r:embed="rId2"/>
          <a:stretch/>
        </p:blipFill>
        <p:spPr>
          <a:xfrm>
            <a:off x="10654920" y="0"/>
            <a:ext cx="1536840" cy="152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0853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81FCBD-E8E4-4B24-A27E-82EA7021B3FD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fik 7"/>
          <p:cNvPicPr/>
          <p:nvPr/>
        </p:nvPicPr>
        <p:blipFill>
          <a:blip r:embed="rId2"/>
          <a:stretch/>
        </p:blipFill>
        <p:spPr>
          <a:xfrm>
            <a:off x="10654920" y="0"/>
            <a:ext cx="1536840" cy="152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A295FB-D02B-4377-BFA9-3FC6FC63EDA1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rafik 7"/>
          <p:cNvPicPr/>
          <p:nvPr/>
        </p:nvPicPr>
        <p:blipFill>
          <a:blip r:embed="rId2"/>
          <a:stretch/>
        </p:blipFill>
        <p:spPr>
          <a:xfrm>
            <a:off x="10654920" y="0"/>
            <a:ext cx="1536840" cy="152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0853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5C2CF-0C4E-4EDC-B9C1-49DD5F7A5489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rafik 7"/>
          <p:cNvPicPr/>
          <p:nvPr/>
        </p:nvPicPr>
        <p:blipFill>
          <a:blip r:embed="rId2"/>
          <a:stretch/>
        </p:blipFill>
        <p:spPr>
          <a:xfrm>
            <a:off x="10654920" y="0"/>
            <a:ext cx="1536840" cy="152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C64CF0-177A-439D-BCF9-B35CA5DB1440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rafik 7"/>
          <p:cNvPicPr/>
          <p:nvPr/>
        </p:nvPicPr>
        <p:blipFill>
          <a:blip r:embed="rId2"/>
          <a:stretch/>
        </p:blipFill>
        <p:spPr>
          <a:xfrm>
            <a:off x="10654920" y="0"/>
            <a:ext cx="1536840" cy="152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Mastertitelformat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Mastertextformat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Mastertextformat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57B9C2-FFCB-4077-9791-8DEEBE6E6783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rafik 7"/>
          <p:cNvPicPr/>
          <p:nvPr/>
        </p:nvPicPr>
        <p:blipFill>
          <a:blip r:embed="rId2"/>
          <a:stretch/>
        </p:blipFill>
        <p:spPr>
          <a:xfrm>
            <a:off x="10654920" y="0"/>
            <a:ext cx="1536840" cy="152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Mastertitelformat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Mastertextformat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6CBA9E-88DB-423E-A5FC-EF3180CF69E6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image" Target="../media/image2.jpeg"/><Relationship Id="rId7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diagramData" Target="../diagrams/data2.xml"/><Relationship Id="rId2" Type="http://schemas.openxmlformats.org/officeDocument/2006/relationships/diagramLayout" Target="../diagrams/layout2.xml"/><Relationship Id="rId3" Type="http://schemas.openxmlformats.org/officeDocument/2006/relationships/diagramQuickStyle" Target="../diagrams/quickStyle2.xml"/><Relationship Id="rId4" Type="http://schemas.openxmlformats.org/officeDocument/2006/relationships/diagramColors" Target="../diagrams/colors2.xml"/><Relationship Id="rId5" Type="http://schemas.microsoft.com/office/2007/relationships/diagramDrawing" Target="../diagrams/drawing2.xml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diagramData" Target="../diagrams/data3.xml"/><Relationship Id="rId2" Type="http://schemas.openxmlformats.org/officeDocument/2006/relationships/diagramLayout" Target="../diagrams/layout3.xml"/><Relationship Id="rId3" Type="http://schemas.openxmlformats.org/officeDocument/2006/relationships/diagramQuickStyle" Target="../diagrams/quickStyle3.xml"/><Relationship Id="rId4" Type="http://schemas.openxmlformats.org/officeDocument/2006/relationships/diagramColors" Target="../diagrams/colors3.xml"/><Relationship Id="rId5" Type="http://schemas.microsoft.com/office/2007/relationships/diagramDrawing" Target="../diagrams/drawing3.xml"/><Relationship Id="rId6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diagramData" Target="../diagrams/data4.xml"/><Relationship Id="rId2" Type="http://schemas.openxmlformats.org/officeDocument/2006/relationships/diagramLayout" Target="../diagrams/layout4.xml"/><Relationship Id="rId3" Type="http://schemas.openxmlformats.org/officeDocument/2006/relationships/diagramQuickStyle" Target="../diagrams/quickStyle4.xml"/><Relationship Id="rId4" Type="http://schemas.openxmlformats.org/officeDocument/2006/relationships/diagramColors" Target="../diagrams/colors4.xml"/><Relationship Id="rId5" Type="http://schemas.microsoft.com/office/2007/relationships/diagramDrawing" Target="../diagrams/drawing4.xml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diagramData" Target="../diagrams/data5.xml"/><Relationship Id="rId2" Type="http://schemas.openxmlformats.org/officeDocument/2006/relationships/diagramLayout" Target="../diagrams/layout5.xml"/><Relationship Id="rId3" Type="http://schemas.openxmlformats.org/officeDocument/2006/relationships/diagramQuickStyle" Target="../diagrams/quickStyle5.xml"/><Relationship Id="rId4" Type="http://schemas.openxmlformats.org/officeDocument/2006/relationships/diagramColors" Target="../diagrams/colors5.xml"/><Relationship Id="rId5" Type="http://schemas.microsoft.com/office/2007/relationships/diagramDrawing" Target="../diagrams/drawing5.xml"/><Relationship Id="rId6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diagramData" Target="../diagrams/data6.xml"/><Relationship Id="rId2" Type="http://schemas.openxmlformats.org/officeDocument/2006/relationships/diagramLayout" Target="../diagrams/layout6.xml"/><Relationship Id="rId3" Type="http://schemas.openxmlformats.org/officeDocument/2006/relationships/diagramQuickStyle" Target="../diagrams/quickStyle6.xml"/><Relationship Id="rId4" Type="http://schemas.openxmlformats.org/officeDocument/2006/relationships/diagramColors" Target="../diagrams/colors6.xml"/><Relationship Id="rId5" Type="http://schemas.microsoft.com/office/2007/relationships/diagramDrawing" Target="../diagrams/drawing6.xml"/><Relationship Id="rId6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Meilensteine vom</a:t>
            </a:r>
            <a:br>
              <a:rPr sz="6000"/>
            </a:b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Pen-And-Paper Mgnt Tool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Nelus Köchy – Elias Schmidt – Beat Höllwarth – Jason Lehmann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hteck 3"/>
          <p:cNvSpPr/>
          <p:nvPr/>
        </p:nvSpPr>
        <p:spPr>
          <a:xfrm>
            <a:off x="746280" y="5467680"/>
            <a:ext cx="11019240" cy="81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653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Projekt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4918320" cy="381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Tool zur Verwaltung von Pen-And-Paper-Games 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Besserer Spielfluss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Selbsterdachte Spielmechaniken / Regelwerk 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" name="Diagram1"/>
          <p:cNvGraphicFramePr/>
          <p:nvPr>
            <p:extLst>
              <p:ext uri="{D42A27DB-BD31-4B8C-83A1-F6EECF244321}">
                <p14:modId xmlns:p14="http://schemas.microsoft.com/office/powerpoint/2010/main" val="3809761265"/>
              </p:ext>
            </p:extLst>
          </p:nvPr>
        </p:nvGraphicFramePr>
        <p:xfrm>
          <a:off x="838080" y="5746320"/>
          <a:ext cx="10515240" cy="391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77" name="Grafik 7"/>
          <p:cNvPicPr/>
          <p:nvPr/>
        </p:nvPicPr>
        <p:blipFill>
          <a:blip r:embed="rId6"/>
          <a:stretch/>
        </p:blipFill>
        <p:spPr>
          <a:xfrm>
            <a:off x="5123880" y="1792080"/>
            <a:ext cx="6530400" cy="3572640"/>
          </a:xfrm>
          <a:prstGeom prst="rect">
            <a:avLst/>
          </a:prstGeom>
          <a:noFill/>
          <a:ln w="0">
            <a:noFill/>
          </a:ln>
          <a:effectLst>
            <a:softEdge rad="112680"/>
          </a:effectLst>
        </p:spPr>
      </p:pic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Nelus Köchy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9A1BE1F-B55B-499C-9079-872B23F52521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D734B9C6-70A5-4273-B9E7-23C5ED7F5EAC}" type="datetime1">
              <a:rPr lang="de-DE"/>
              <a:t>13.04.2026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72619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Aktueller Projektstand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381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Was bereits umgesetzt wurde:</a:t>
            </a:r>
            <a:endParaRPr lang="de-DE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Grundstruktur der Anwendung mit .net Razor Pages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Erste Datenbankanbindung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Website-Prototyp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0" name="Diagram2"/>
          <p:cNvGraphicFramePr/>
          <p:nvPr>
            <p:extLst>
              <p:ext uri="{D42A27DB-BD31-4B8C-83A1-F6EECF244321}">
                <p14:modId xmlns:p14="http://schemas.microsoft.com/office/powerpoint/2010/main" val="1073136594"/>
              </p:ext>
            </p:extLst>
          </p:nvPr>
        </p:nvGraphicFramePr>
        <p:xfrm>
          <a:off x="838080" y="5746320"/>
          <a:ext cx="10515240" cy="391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81" name=""/>
          <p:cNvPicPr/>
          <p:nvPr/>
        </p:nvPicPr>
        <p:blipFill>
          <a:blip r:embed="rId6"/>
          <a:stretch/>
        </p:blipFill>
        <p:spPr>
          <a:xfrm>
            <a:off x="8460000" y="2340000"/>
            <a:ext cx="3063240" cy="30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Elias Schmidt &amp; Beat Höllwarth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1BA2B44-2C19-4603-84CB-44CF3B7D8A46}" type="slidenum">
              <a:t>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D43950CC-530E-4002-9848-7AA821BB0632}" type="datetime1">
              <a:rPr lang="de-DE"/>
              <a:t>13.04.2026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72619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Aktueller Projektstand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381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Herausforderungen: 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Zeitmanagement bei komplexeren Aufgaben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Erstellung eines guten Datenbankmodells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Bessere Kommunikation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Was lief gut: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Schnelle Einarbeitung in neue Technologien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Erstellung der Grundstruktur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Kommunikation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4" name="Diagramm 2"/>
          <p:cNvGrpSpPr/>
          <p:nvPr/>
        </p:nvGrpSpPr>
        <p:grpSpPr>
          <a:xfrm>
            <a:off x="838080" y="5746320"/>
            <a:ext cx="10515240" cy="391680"/>
            <a:chOff x="838080" y="5746320"/>
            <a:chExt cx="10515240" cy="391680"/>
          </a:xfrm>
        </p:grpSpPr>
        <p:sp>
          <p:nvSpPr>
            <p:cNvPr id="85" name=""/>
            <p:cNvSpPr/>
            <p:nvPr/>
          </p:nvSpPr>
          <p:spPr>
            <a:xfrm>
              <a:off x="838080" y="5746320"/>
              <a:ext cx="10515240" cy="39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839520" y="5746320"/>
              <a:ext cx="2502720" cy="391680"/>
            </a:xfrm>
            <a:prstGeom prst="homePlate">
              <a:avLst>
                <a:gd name="adj" fmla="val 5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106560" rIns="26640" tIns="53280" bIns="53280" anchor="ctr">
              <a:noAutofit/>
            </a:bodyPr>
            <a:p>
              <a:pPr algn="ctr" defTabSz="888840">
                <a:lnSpc>
                  <a:spcPct val="90000"/>
                </a:lnSpc>
                <a:spcAft>
                  <a:spcPts val="700"/>
                </a:spcAft>
                <a:tabLst>
                  <a:tab algn="l" pos="0"/>
                </a:tabLst>
              </a:pPr>
              <a:r>
                <a:rPr lang="de-DE" sz="20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Projekt</a:t>
              </a:r>
              <a:endParaRPr lang="de-DE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2841840" y="5746320"/>
              <a:ext cx="2502720" cy="391680"/>
            </a:xfrm>
            <a:prstGeom prst="chevron">
              <a:avLst>
                <a:gd name="adj" fmla="val 50000"/>
              </a:avLst>
            </a:prstGeom>
            <a:solidFill>
              <a:schemeClr val="accent2"/>
            </a:solidFill>
            <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79920" rIns="26640" tIns="53280" bIns="53280" anchor="ctr">
              <a:noAutofit/>
            </a:bodyPr>
            <a:p>
              <a:pPr algn="ctr" defTabSz="888840">
                <a:lnSpc>
                  <a:spcPct val="90000"/>
                </a:lnSpc>
                <a:spcAft>
                  <a:spcPts val="700"/>
                </a:spcAft>
                <a:tabLst>
                  <a:tab algn="l" pos="0"/>
                </a:tabLst>
              </a:pPr>
              <a:r>
                <a:rPr lang="de-DE" sz="20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Ist-Zustand</a:t>
              </a:r>
              <a:endParaRPr lang="de-DE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4844520" y="5746320"/>
              <a:ext cx="2502720" cy="391680"/>
            </a:xfrm>
            <a:prstGeom prst="chevron">
              <a:avLst>
                <a:gd name="adj" fmla="val 5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79920" rIns="26640" tIns="53280" bIns="53280" anchor="ctr">
              <a:noAutofit/>
            </a:bodyPr>
            <a:p>
              <a:pPr algn="ctr" defTabSz="888840">
                <a:lnSpc>
                  <a:spcPct val="90000"/>
                </a:lnSpc>
                <a:spcAft>
                  <a:spcPts val="700"/>
                </a:spcAft>
                <a:tabLst>
                  <a:tab algn="l" pos="0"/>
                </a:tabLst>
              </a:pPr>
              <a:r>
                <a:rPr lang="de-DE" sz="20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Soll-Konzept</a:t>
              </a:r>
              <a:endParaRPr lang="de-DE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6846840" y="5746320"/>
              <a:ext cx="2502720" cy="391680"/>
            </a:xfrm>
            <a:prstGeom prst="chevron">
              <a:avLst>
                <a:gd name="adj" fmla="val 5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79920" rIns="26640" tIns="53280" bIns="53280" anchor="ctr">
              <a:noAutofit/>
            </a:bodyPr>
            <a:p>
              <a:pPr algn="ctr" defTabSz="888840">
                <a:lnSpc>
                  <a:spcPct val="90000"/>
                </a:lnSpc>
                <a:spcAft>
                  <a:spcPts val="700"/>
                </a:spcAft>
                <a:tabLst>
                  <a:tab algn="l" pos="0"/>
                </a:tabLst>
              </a:pPr>
              <a:r>
                <a:rPr lang="de-DE" sz="20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Zielsetzung</a:t>
              </a:r>
              <a:endParaRPr lang="de-DE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8849520" y="5746320"/>
              <a:ext cx="2502720" cy="391680"/>
            </a:xfrm>
            <a:prstGeom prst="chevron">
              <a:avLst>
                <a:gd name="adj" fmla="val 5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79920" rIns="26640" tIns="53280" bIns="53280" anchor="ctr">
              <a:noAutofit/>
            </a:bodyPr>
            <a:p>
              <a:pPr algn="ctr" defTabSz="888840">
                <a:lnSpc>
                  <a:spcPct val="90000"/>
                </a:lnSpc>
                <a:spcAft>
                  <a:spcPts val="700"/>
                </a:spcAft>
                <a:tabLst>
                  <a:tab algn="l" pos="0"/>
                </a:tabLst>
              </a:pPr>
              <a:r>
                <a:rPr lang="de-DE" sz="20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Zwischenstand</a:t>
              </a:r>
              <a:endParaRPr lang="de-DE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91" name=""/>
          <p:cNvPicPr/>
          <p:nvPr/>
        </p:nvPicPr>
        <p:blipFill>
          <a:blip r:embed="rId1"/>
          <a:srcRect l="0" t="0" r="-286" b="37531"/>
          <a:stretch/>
        </p:blipFill>
        <p:spPr>
          <a:xfrm>
            <a:off x="936000" y="1872360"/>
            <a:ext cx="367200" cy="32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"/>
          <p:cNvPicPr/>
          <p:nvPr/>
        </p:nvPicPr>
        <p:blipFill>
          <a:blip r:embed="rId2"/>
          <a:stretch/>
        </p:blipFill>
        <p:spPr>
          <a:xfrm>
            <a:off x="864000" y="3669120"/>
            <a:ext cx="414360" cy="39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"/>
          <p:cNvPicPr/>
          <p:nvPr/>
        </p:nvPicPr>
        <p:blipFill>
          <a:blip r:embed="rId3"/>
          <a:stretch/>
        </p:blipFill>
        <p:spPr>
          <a:xfrm>
            <a:off x="7281720" y="1937160"/>
            <a:ext cx="3878280" cy="27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Elias Schmidt &amp; Beat Höllwarth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6BA72D3-D6C8-4EC1-B3D9-69878582FAD8}" type="slidenum">
              <a:t>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6E34D445-157B-4C5A-B5F5-964F18D4352A}" type="datetime1">
              <a:rPr lang="de-DE"/>
              <a:t>13.04.2026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72619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Aktueller Projektstand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6361920" cy="381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Projekt Ausschnitte</a:t>
            </a:r>
            <a:endParaRPr lang="de-DE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6" name="Diagramm 3"/>
          <p:cNvGrpSpPr/>
          <p:nvPr/>
        </p:nvGrpSpPr>
        <p:grpSpPr>
          <a:xfrm>
            <a:off x="838080" y="5746320"/>
            <a:ext cx="10515240" cy="391680"/>
            <a:chOff x="838080" y="5746320"/>
            <a:chExt cx="10515240" cy="391680"/>
          </a:xfrm>
        </p:grpSpPr>
        <p:sp>
          <p:nvSpPr>
            <p:cNvPr id="97" name=""/>
            <p:cNvSpPr/>
            <p:nvPr/>
          </p:nvSpPr>
          <p:spPr>
            <a:xfrm>
              <a:off x="838080" y="5746320"/>
              <a:ext cx="10515240" cy="39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839520" y="5746320"/>
              <a:ext cx="2502720" cy="391680"/>
            </a:xfrm>
            <a:prstGeom prst="homePlate">
              <a:avLst>
                <a:gd name="adj" fmla="val 5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106560" rIns="26640" tIns="53280" bIns="53280" anchor="ctr">
              <a:noAutofit/>
            </a:bodyPr>
            <a:p>
              <a:pPr algn="ctr" defTabSz="888840">
                <a:lnSpc>
                  <a:spcPct val="90000"/>
                </a:lnSpc>
                <a:spcAft>
                  <a:spcPts val="700"/>
                </a:spcAft>
                <a:tabLst>
                  <a:tab algn="l" pos="0"/>
                </a:tabLst>
              </a:pPr>
              <a:r>
                <a:rPr lang="de-DE" sz="20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Projekt</a:t>
              </a:r>
              <a:endParaRPr lang="de-DE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2841840" y="5746320"/>
              <a:ext cx="2502720" cy="391680"/>
            </a:xfrm>
            <a:prstGeom prst="chevron">
              <a:avLst>
                <a:gd name="adj" fmla="val 50000"/>
              </a:avLst>
            </a:prstGeom>
            <a:solidFill>
              <a:schemeClr val="accent2"/>
            </a:solidFill>
            <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79920" rIns="26640" tIns="53280" bIns="53280" anchor="ctr">
              <a:noAutofit/>
            </a:bodyPr>
            <a:p>
              <a:pPr algn="ctr" defTabSz="888840">
                <a:lnSpc>
                  <a:spcPct val="90000"/>
                </a:lnSpc>
                <a:spcAft>
                  <a:spcPts val="700"/>
                </a:spcAft>
                <a:tabLst>
                  <a:tab algn="l" pos="0"/>
                </a:tabLst>
              </a:pPr>
              <a:r>
                <a:rPr lang="de-DE" sz="20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Ist-Zustand</a:t>
              </a:r>
              <a:endParaRPr lang="de-DE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4844520" y="5746320"/>
              <a:ext cx="2502720" cy="391680"/>
            </a:xfrm>
            <a:prstGeom prst="chevron">
              <a:avLst>
                <a:gd name="adj" fmla="val 5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79920" rIns="26640" tIns="53280" bIns="53280" anchor="ctr">
              <a:noAutofit/>
            </a:bodyPr>
            <a:p>
              <a:pPr algn="ctr" defTabSz="888840">
                <a:lnSpc>
                  <a:spcPct val="90000"/>
                </a:lnSpc>
                <a:spcAft>
                  <a:spcPts val="700"/>
                </a:spcAft>
                <a:tabLst>
                  <a:tab algn="l" pos="0"/>
                </a:tabLst>
              </a:pPr>
              <a:r>
                <a:rPr lang="de-DE" sz="20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Soll-Konzept</a:t>
              </a:r>
              <a:endParaRPr lang="de-DE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6846840" y="5746320"/>
              <a:ext cx="2502720" cy="391680"/>
            </a:xfrm>
            <a:prstGeom prst="chevron">
              <a:avLst>
                <a:gd name="adj" fmla="val 5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79920" rIns="26640" tIns="53280" bIns="53280" anchor="ctr">
              <a:noAutofit/>
            </a:bodyPr>
            <a:p>
              <a:pPr algn="ctr" defTabSz="888840">
                <a:lnSpc>
                  <a:spcPct val="90000"/>
                </a:lnSpc>
                <a:spcAft>
                  <a:spcPts val="700"/>
                </a:spcAft>
                <a:tabLst>
                  <a:tab algn="l" pos="0"/>
                </a:tabLst>
              </a:pPr>
              <a:r>
                <a:rPr lang="de-DE" sz="20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Zielsetzung</a:t>
              </a:r>
              <a:endParaRPr lang="de-DE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8849520" y="5746320"/>
              <a:ext cx="2502720" cy="391680"/>
            </a:xfrm>
            <a:prstGeom prst="chevron">
              <a:avLst>
                <a:gd name="adj" fmla="val 5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79920" rIns="26640" tIns="53280" bIns="53280" anchor="ctr">
              <a:noAutofit/>
            </a:bodyPr>
            <a:p>
              <a:pPr algn="ctr" defTabSz="888840">
                <a:lnSpc>
                  <a:spcPct val="90000"/>
                </a:lnSpc>
                <a:spcAft>
                  <a:spcPts val="700"/>
                </a:spcAft>
                <a:tabLst>
                  <a:tab algn="l" pos="0"/>
                </a:tabLst>
              </a:pPr>
              <a:r>
                <a:rPr lang="de-DE" sz="20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Zwischenstand</a:t>
              </a:r>
              <a:endParaRPr lang="de-DE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Elias Schmidt &amp; Beat Höllwarth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BC97563-5AA5-41C6-A71F-6664051067C1}" type="slidenum">
              <a:t>5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D103DCA-7778-4C1A-A51A-C6C77B5E7DF0}" type="datetime1">
              <a:rPr lang="de-DE"/>
              <a:t>13.04.2026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653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Soll-Konzept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370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Locale HTML-Seite für Gameleiter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Programmiersprache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5" name="Diagram3"/>
          <p:cNvGraphicFramePr/>
          <p:nvPr>
            <p:extLst>
              <p:ext uri="{D42A27DB-BD31-4B8C-83A1-F6EECF244321}">
                <p14:modId xmlns:p14="http://schemas.microsoft.com/office/powerpoint/2010/main" val="3939446576"/>
              </p:ext>
            </p:extLst>
          </p:nvPr>
        </p:nvGraphicFramePr>
        <p:xfrm>
          <a:off x="838080" y="5746320"/>
          <a:ext cx="10515240" cy="391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Nelus Köchy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151A09F-42C4-477B-B749-3F311C3072F2}" type="slidenum">
              <a:t>6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50DCFEB3-1E0F-4886-84C6-BC72C486CAF2}" type="datetime1">
              <a:rPr lang="de-DE"/>
              <a:t>13.04.2026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653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Soll-Konzept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370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8" name="Diagram4"/>
          <p:cNvGraphicFramePr/>
          <p:nvPr>
            <p:extLst>
              <p:ext uri="{D42A27DB-BD31-4B8C-83A1-F6EECF244321}">
                <p14:modId xmlns:p14="http://schemas.microsoft.com/office/powerpoint/2010/main" val="2828245387"/>
              </p:ext>
            </p:extLst>
          </p:nvPr>
        </p:nvGraphicFramePr>
        <p:xfrm>
          <a:off x="838080" y="5746320"/>
          <a:ext cx="10515240" cy="391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109" name="Grafik 8"/>
          <p:cNvPicPr/>
          <p:nvPr/>
        </p:nvPicPr>
        <p:blipFill>
          <a:blip r:embed="rId6"/>
          <a:stretch/>
        </p:blipFill>
        <p:spPr>
          <a:xfrm>
            <a:off x="5309280" y="1825560"/>
            <a:ext cx="4975560" cy="364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Grafik 10"/>
          <p:cNvPicPr/>
          <p:nvPr/>
        </p:nvPicPr>
        <p:blipFill>
          <a:blip r:embed="rId7"/>
          <a:stretch/>
        </p:blipFill>
        <p:spPr>
          <a:xfrm>
            <a:off x="671760" y="2462040"/>
            <a:ext cx="4412880" cy="274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Nelus Köchy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C232B8C-BA37-4E7D-B51F-D1A632B3493B}" type="slidenum">
              <a:t>7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69888921-A206-450C-99E8-21741E33B22F}" type="datetime1">
              <a:rPr lang="de-DE"/>
              <a:t>13.04.2026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653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Zielsetzung 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370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Terminierbar -&gt; Bis Projektende 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Messbar -&gt; 3 vom 5 Testpersonen geben positives Feedback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3" name="Diagram5"/>
          <p:cNvGraphicFramePr/>
          <p:nvPr>
            <p:extLst>
              <p:ext uri="{D42A27DB-BD31-4B8C-83A1-F6EECF244321}">
                <p14:modId xmlns:p14="http://schemas.microsoft.com/office/powerpoint/2010/main" val="1887418982"/>
              </p:ext>
            </p:extLst>
          </p:nvPr>
        </p:nvGraphicFramePr>
        <p:xfrm>
          <a:off x="838080" y="5746320"/>
          <a:ext cx="10515240" cy="391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Jason Lehmann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7F81E46-E624-4CAD-ABD2-6743286BE543}" type="slidenum">
              <a:t>8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3AD07B0A-B7D9-47D9-85A1-BEC93E9C13CA}" type="datetime1">
              <a:rPr lang="de-DE"/>
              <a:t>13.04.2026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653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Ausblick 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370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6" name="Diagram6"/>
          <p:cNvGraphicFramePr/>
          <p:nvPr>
            <p:extLst>
              <p:ext uri="{D42A27DB-BD31-4B8C-83A1-F6EECF244321}">
                <p14:modId xmlns:p14="http://schemas.microsoft.com/office/powerpoint/2010/main" val="1975873595"/>
              </p:ext>
            </p:extLst>
          </p:nvPr>
        </p:nvGraphicFramePr>
        <p:xfrm>
          <a:off x="838080" y="5746320"/>
          <a:ext cx="10515240" cy="391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Elias Schmidt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CA9756F-E97E-4E3D-8DBE-A199D2D6F08B}" type="slidenum">
              <a:t>9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A6335549-1688-479E-B215-569FEF49308E}" type="datetime1">
              <a:rPr lang="de-DE"/>
              <a:t>13.04.2026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Ende 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de-DE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lang="de-DE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1A55B52-4D7A-4914-B8D4-B6DFDF6B3A41}" type="slidenum">
              <a:t>10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fld id="{073DAB73-8365-4381-BB5D-B571732203B2}" type="datetime1">
              <a:rPr lang="de-DE"/>
              <a:t>13.04.2026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LibreOffice/25.8.5.2$Windows_X86_64 LibreOffice_project/9c8b85f387cc00a89945a79c9e6239f32e450ac2</Application>
  <AppVersion>15.0000</AppVersion>
  <Words>112</Words>
  <Paragraphs>67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2026-03-09T09:51:22Z</dcterms:created>
  <dc:creator>Nelus Moritz Köchy</dc:creator>
  <dc:description/>
  <dc:language>de-DE</dc:language>
  <cp:lastModifiedBy/>
  <dcterms:modified xsi:type="dcterms:W3CDTF">2026-04-13T12:58:27Z</dcterms:modified>
  <cp:revision>12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8</vt:i4>
  </property>
</Properties>
</file>