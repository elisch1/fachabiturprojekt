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rawing10.xml" ContentType="application/vnd.ms-office.drawingml.diagramDrawing+xml"/>
  <Override PartName="/ppt/diagrams/data1.xml" ContentType="application/vnd.openxmlformats-officedocument.drawingml.diagramData+xml"/>
  <Override PartName="/ppt/diagrams/data9.xml" ContentType="application/vnd.openxmlformats-officedocument.drawingml.diagramData+xml"/>
  <Override PartName="/ppt/diagrams/quickStyle3.xml" ContentType="application/vnd.openxmlformats-officedocument.drawingml.diagramStyle+xml"/>
  <Override PartName="/ppt/diagrams/data13.xml" ContentType="application/vnd.openxmlformats-officedocument.drawingml.diagramData+xml"/>
  <Override PartName="/ppt/diagrams/drawing2.xml" ContentType="application/vnd.ms-office.drawingml.diagramDrawing+xml"/>
  <Override PartName="/ppt/diagrams/data7.xml" ContentType="application/vnd.openxmlformats-officedocument.drawingml.diagramData+xml"/>
  <Override PartName="/ppt/diagrams/colors10.xml" ContentType="application/vnd.openxmlformats-officedocument.drawingml.diagramColors+xml"/>
  <Override PartName="/ppt/diagrams/colors1.xml" ContentType="application/vnd.openxmlformats-officedocument.drawingml.diagramColors+xml"/>
  <Override PartName="/ppt/diagrams/layout1.xml" ContentType="application/vnd.openxmlformats-officedocument.drawingml.diagramLayout+xml"/>
  <Override PartName="/ppt/diagrams/layout10.xml" ContentType="application/vnd.openxmlformats-officedocument.drawingml.diagramLayout+xml"/>
  <Override PartName="/ppt/diagrams/drawing12.xml" ContentType="application/vnd.ms-office.drawingml.diagramDrawing+xml"/>
  <Override PartName="/ppt/diagrams/data3.xml" ContentType="application/vnd.openxmlformats-officedocument.drawingml.diagramData+xml"/>
  <Override PartName="/ppt/diagrams/quickStyle9.xml" ContentType="application/vnd.openxmlformats-officedocument.drawingml.diagramStyle+xml"/>
  <Override PartName="/ppt/diagrams/quickStyle1.xml" ContentType="application/vnd.openxmlformats-officedocument.drawingml.diagramStyle+xml"/>
  <Override PartName="/ppt/diagrams/data10.xml" ContentType="application/vnd.openxmlformats-officedocument.drawingml.diagramData+xml"/>
  <Override PartName="/ppt/diagrams/drawing1.xml" ContentType="application/vnd.ms-office.drawingml.diagramDrawing+xml"/>
  <Override PartName="/ppt/diagrams/quickStyle4.xml" ContentType="application/vnd.openxmlformats-officedocument.drawingml.diagramStyle+xml"/>
  <Override PartName="/ppt/diagrams/quickStyle8.xml" ContentType="application/vnd.openxmlformats-officedocument.drawingml.diagramStyle+xml"/>
  <Override PartName="/ppt/diagrams/data2.xml" ContentType="application/vnd.openxmlformats-officedocument.drawingml.diagramData+xml"/>
  <Override PartName="/ppt/diagrams/data8.xml" ContentType="application/vnd.openxmlformats-officedocument.drawingml.diagramData+xml"/>
  <Override PartName="/ppt/diagrams/quickStyle2.xml" ContentType="application/vnd.openxmlformats-officedocument.drawingml.diagramStyle+xml"/>
  <Override PartName="/ppt/diagrams/layout2.xml" ContentType="application/vnd.openxmlformats-officedocument.drawingml.diagramLayout+xml"/>
  <Override PartName="/ppt/diagrams/layout13.xml" ContentType="application/vnd.openxmlformats-officedocument.drawingml.diagramLayout+xml"/>
  <Override PartName="/ppt/diagrams/data12.xml" ContentType="application/vnd.openxmlformats-officedocument.drawingml.diagramData+xml"/>
  <Override PartName="/ppt/diagrams/drawing3.xml" ContentType="application/vnd.ms-office.drawingml.diagramDrawing+xml"/>
  <Override PartName="/ppt/diagrams/colors13.xml" ContentType="application/vnd.openxmlformats-officedocument.drawingml.diagramColors+xml"/>
  <Override PartName="/ppt/diagrams/colors2.xml" ContentType="application/vnd.openxmlformats-officedocument.drawingml.diagramColors+xml"/>
  <Override PartName="/ppt/diagrams/quickStyle5.xml" ContentType="application/vnd.openxmlformats-officedocument.drawingml.diagramStyle+xml"/>
  <Override PartName="/ppt/diagrams/layout3.xml" ContentType="application/vnd.openxmlformats-officedocument.drawingml.diagramLayout+xml"/>
  <Override PartName="/ppt/diagrams/layout12.xml" ContentType="application/vnd.openxmlformats-officedocument.drawingml.diagramLayout+xml"/>
  <Override PartName="/ppt/diagrams/drawing4.xml" ContentType="application/vnd.ms-office.drawingml.diagramDrawing+xml"/>
  <Override PartName="/ppt/diagrams/colors12.xml" ContentType="application/vnd.openxmlformats-officedocument.drawingml.diagramColors+xml"/>
  <Override PartName="/ppt/diagrams/colors3.xml" ContentType="application/vnd.openxmlformats-officedocument.drawingml.diagramColors+xml"/>
  <Override PartName="/ppt/diagrams/quickStyle6.xml" ContentType="application/vnd.openxmlformats-officedocument.drawingml.diagramStyle+xml"/>
  <Override PartName="/ppt/diagrams/data4.xml" ContentType="application/vnd.openxmlformats-officedocument.drawingml.diagramData+xml"/>
  <Override PartName="/ppt/diagrams/layout4.xml" ContentType="application/vnd.openxmlformats-officedocument.drawingml.diagramLayout+xml"/>
  <Override PartName="/ppt/diagrams/drawing5.xml" ContentType="application/vnd.ms-office.drawingml.diagramDrawing+xml"/>
  <Override PartName="/ppt/diagrams/colors4.xml" ContentType="application/vnd.openxmlformats-officedocument.drawingml.diagramColors+xml"/>
  <Override PartName="/ppt/diagrams/quickStyle7.xml" ContentType="application/vnd.openxmlformats-officedocument.drawingml.diagramStyle+xml"/>
  <Override PartName="/ppt/diagrams/data5.xml" ContentType="application/vnd.openxmlformats-officedocument.drawingml.diagramData+xml"/>
  <Override PartName="/ppt/diagrams/layout5.xml" ContentType="application/vnd.openxmlformats-officedocument.drawingml.diagramLayout+xml"/>
  <Override PartName="/ppt/diagrams/drawing6.xml" ContentType="application/vnd.ms-office.drawingml.diagramDrawing+xml"/>
  <Override PartName="/ppt/diagrams/colors5.xml" ContentType="application/vnd.openxmlformats-officedocument.drawingml.diagramColors+xml"/>
  <Override PartName="/ppt/diagrams/data6.xml" ContentType="application/vnd.openxmlformats-officedocument.drawingml.diagramData+xml"/>
  <Override PartName="/ppt/diagrams/layout6.xml" ContentType="application/vnd.openxmlformats-officedocument.drawingml.diagramLayout+xml"/>
  <Override PartName="/ppt/diagrams/drawing7.xml" ContentType="application/vnd.ms-office.drawingml.diagramDrawing+xml"/>
  <Override PartName="/ppt/diagrams/colors6.xml" ContentType="application/vnd.openxmlformats-officedocument.drawingml.diagramColors+xml"/>
  <Override PartName="/ppt/diagrams/layout7.xml" ContentType="application/vnd.openxmlformats-officedocument.drawingml.diagramLayout+xml"/>
  <Override PartName="/ppt/diagrams/drawing8.xml" ContentType="application/vnd.ms-office.drawingml.diagramDrawing+xml"/>
  <Override PartName="/ppt/diagrams/colors7.xml" ContentType="application/vnd.openxmlformats-officedocument.drawingml.diagramColors+xml"/>
  <Override PartName="/ppt/diagrams/layout8.xml" ContentType="application/vnd.openxmlformats-officedocument.drawingml.diagramLayout+xml"/>
  <Override PartName="/ppt/diagrams/drawing9.xml" ContentType="application/vnd.ms-office.drawingml.diagramDrawing+xml"/>
  <Override PartName="/ppt/diagrams/colors8.xml" ContentType="application/vnd.openxmlformats-officedocument.drawingml.diagramColors+xml"/>
  <Override PartName="/ppt/diagrams/layout9.xml" ContentType="application/vnd.openxmlformats-officedocument.drawingml.diagramLayout+xml"/>
  <Override PartName="/ppt/diagrams/colors9.xml" ContentType="application/vnd.openxmlformats-officedocument.drawingml.diagramColors+xml"/>
  <Override PartName="/ppt/diagrams/quickStyle12.xml" ContentType="application/vnd.openxmlformats-officedocument.drawingml.diagramStyle+xml"/>
  <Override PartName="/ppt/diagrams/drawing11.xml" ContentType="application/vnd.ms-office.drawingml.diagramDrawing+xml"/>
  <Override PartName="/ppt/diagrams/quickStyle10.xml" ContentType="application/vnd.openxmlformats-officedocument.drawingml.diagramStyle+xml"/>
  <Override PartName="/ppt/diagrams/quickStyle13.xml" ContentType="application/vnd.openxmlformats-officedocument.drawingml.diagramStyle+xml"/>
  <Override PartName="/ppt/diagrams/data11.xml" ContentType="application/vnd.openxmlformats-officedocument.drawingml.diagramData+xml"/>
  <Override PartName="/ppt/diagrams/layout11.xml" ContentType="application/vnd.openxmlformats-officedocument.drawingml.diagramLayout+xml"/>
  <Override PartName="/ppt/diagrams/colors11.xml" ContentType="application/vnd.openxmlformats-officedocument.drawingml.diagramColors+xml"/>
  <Override PartName="/ppt/diagrams/quickStyle11.xml" ContentType="application/vnd.openxmlformats-officedocument.drawingml.diagramStyle+xml"/>
  <Override PartName="/ppt/diagrams/drawing13.xml" ContentType="application/vnd.ms-office.drawingml.diagramDrawing+xml"/>
  <Override PartName="/ppt/notesSlides/notesSlide2.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a:solidFill>
          <a:schemeClr val="accent2"/>
        </a:solidFill>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a:solidFill>
          <a:schemeClr val="accent2"/>
        </a:solidFill>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a:solidFill>
          <a:schemeClr val="accent2"/>
        </a:solidFill>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a:solidFill>
          <a:schemeClr val="accent2"/>
        </a:solidFill>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de-DE" sz="1800" b="0" u="none" strike="noStrike">
                <a:solidFill>
                  <a:schemeClr val="dk1"/>
                </a:solidFill>
                <a:effectLst/>
                <a:uFillTx/>
                <a:latin typeface="Calibri"/>
              </a:rPr>
              <a:t>Folie mittels Klicken verschieben</a:t>
            </a:r>
            <a:endParaRPr lang="de-DE" sz="1800" b="0" u="none" strike="noStrike">
              <a:solidFill>
                <a:schemeClr val="dk1"/>
              </a:solidFill>
              <a:effectLst/>
              <a:uFillTx/>
              <a:latin typeface="Calibri"/>
            </a:endParaRPr>
          </a:p>
        </p:txBody>
      </p:sp>
      <p:sp>
        <p:nvSpPr>
          <p:cNvPr id="7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de-DE" sz="2000" b="0" u="none" strike="noStrike">
                <a:solidFill>
                  <a:srgbClr val="000000"/>
                </a:solidFill>
                <a:effectLst/>
                <a:uFillTx/>
                <a:latin typeface="Arial"/>
              </a:rPr>
              <a:t>Format der Notizen mittels Klicken bearbeiten</a:t>
            </a:r>
            <a:endParaRPr lang="de-DE" sz="2000" b="0" u="none" strike="noStrike">
              <a:solidFill>
                <a:srgbClr val="000000"/>
              </a:solidFill>
              <a:effectLst/>
              <a:uFillTx/>
              <a:latin typeface="Arial"/>
            </a:endParaRPr>
          </a:p>
        </p:txBody>
      </p:sp>
      <p:sp>
        <p:nvSpPr>
          <p:cNvPr id="7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de-DE" sz="1400" b="0" u="none" strike="noStrike">
                <a:solidFill>
                  <a:srgbClr val="000000"/>
                </a:solidFill>
                <a:effectLst/>
                <a:uFillTx/>
                <a:latin typeface="Times New Roman"/>
              </a:rPr>
              <a:t>&lt;Kopfzeile&gt;</a:t>
            </a:r>
            <a:endParaRPr lang="de-DE" sz="1400" b="0" u="none" strike="noStrike">
              <a:solidFill>
                <a:srgbClr val="000000"/>
              </a:solidFill>
              <a:effectLst/>
              <a:uFillTx/>
              <a:latin typeface="Times New Roman"/>
            </a:endParaRPr>
          </a:p>
        </p:txBody>
      </p:sp>
      <p:sp>
        <p:nvSpPr>
          <p:cNvPr id="74"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75"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de-DE" sz="1400" b="0" u="none" strike="noStrike">
                <a:solidFill>
                  <a:srgbClr val="000000"/>
                </a:solidFill>
                <a:effectLst/>
                <a:uFillTx/>
                <a:latin typeface="Times New Roman"/>
              </a:defRPr>
            </a:lvl1pPr>
          </a:lstStyle>
          <a:p>
            <a:pPr indent="0">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76"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28820D1B-8C21-49D2-9655-DF406D86A425}"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573120" y="1336680"/>
            <a:ext cx="6413040" cy="3607920"/>
          </a:xfrm>
          <a:prstGeom prst="rect">
            <a:avLst/>
          </a:prstGeom>
          <a:ln w="0">
            <a:noFill/>
          </a:ln>
        </p:spPr>
      </p:sp>
      <p:sp>
        <p:nvSpPr>
          <p:cNvPr id="225" name="PlaceHolder 2"/>
          <p:cNvSpPr>
            <a:spLocks noGrp="1"/>
          </p:cNvSpPr>
          <p:nvPr>
            <p:ph type="body"/>
          </p:nvPr>
        </p:nvSpPr>
        <p:spPr>
          <a:xfrm>
            <a:off x="755640" y="5145120"/>
            <a:ext cx="6048000" cy="4209840"/>
          </a:xfrm>
          <a:prstGeom prst="rect">
            <a:avLst/>
          </a:prstGeom>
          <a:noFill/>
          <a:ln w="0">
            <a:noFill/>
          </a:ln>
        </p:spPr>
        <p:txBody>
          <a:bodyPr lIns="91440" rIns="91440" tIns="45720" bIns="45720" anchor="t">
            <a:noAutofit/>
          </a:bodyPr>
          <a:p>
            <a:pPr indent="0">
              <a:buNone/>
            </a:pPr>
            <a:endParaRPr lang="de-DE" sz="1800" b="0" u="none" strike="noStrike">
              <a:solidFill>
                <a:srgbClr val="000000"/>
              </a:solidFill>
              <a:effectLst/>
              <a:uFillTx/>
              <a:latin typeface="Arial"/>
            </a:endParaRPr>
          </a:p>
        </p:txBody>
      </p:sp>
      <p:sp>
        <p:nvSpPr>
          <p:cNvPr id="226" name="PlaceHolder 3"/>
          <p:cNvSpPr>
            <a:spLocks noGrp="1"/>
          </p:cNvSpPr>
          <p:nvPr>
            <p:ph type="sldNum" idx="40"/>
          </p:nvPr>
        </p:nvSpPr>
        <p:spPr>
          <a:xfrm>
            <a:off x="4281480" y="10155240"/>
            <a:ext cx="3276360" cy="536040"/>
          </a:xfrm>
          <a:prstGeom prst="rect">
            <a:avLst/>
          </a:prstGeom>
          <a:noFill/>
          <a:ln w="0">
            <a:noFill/>
          </a:ln>
        </p:spPr>
        <p:txBody>
          <a:bodyPr lIns="91440" rIns="91440" tIns="45720" bIns="45720" anchor="b">
            <a:noAutofit/>
          </a:bodyPr>
          <a:lstStyle>
            <a:lvl1pPr indent="0" algn="r">
              <a:lnSpc>
                <a:spcPct val="100000"/>
              </a:lnSpc>
              <a:buNone/>
              <a:defRPr lang="de-DE" sz="1200" b="0" u="none" strike="noStrike">
                <a:solidFill>
                  <a:srgbClr val="000000"/>
                </a:solidFill>
                <a:effectLst/>
                <a:uFillTx/>
                <a:latin typeface="Times New Roman"/>
              </a:defRPr>
            </a:lvl1pPr>
          </a:lstStyle>
          <a:p>
            <a:pPr indent="0" algn="r">
              <a:lnSpc>
                <a:spcPct val="100000"/>
              </a:lnSpc>
              <a:buNone/>
            </a:pPr>
            <a:fld id="{6B7C20FC-C039-4E4F-A16F-79CFFFD93FFC}" type="slidenum">
              <a:rPr lang="de-DE" sz="1200" b="0" u="none" strike="noStrike">
                <a:solidFill>
                  <a:srgbClr val="000000"/>
                </a:solidFill>
                <a:effectLst/>
                <a:uFillTx/>
                <a:latin typeface="Times New Roman"/>
              </a:rPr>
              <a:t>&lt;Foliennummer&gt;</a:t>
            </a:fld>
            <a:endParaRPr lang="de-DE"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folie">
    <p:bg>
      <p:bgPr>
        <a:solidFill>
          <a:srgbClr val="ffffff"/>
        </a:solidFill>
      </p:bgPr>
    </p:bg>
    <p:spTree>
      <p:nvGrpSpPr>
        <p:cNvPr id="1" name=""/>
        <p:cNvGrpSpPr/>
        <p:nvPr/>
      </p:nvGrpSpPr>
      <p:grpSpPr>
        <a:xfrm>
          <a:off x="0" y="0"/>
          <a:ext cx="0" cy="0"/>
          <a:chOff x="0" y="0"/>
          <a:chExt cx="0" cy="0"/>
        </a:xfrm>
      </p:grpSpPr>
      <p:pic>
        <p:nvPicPr>
          <p:cNvPr id="2" name="Grafik 7"/>
          <p:cNvPicPr/>
          <p:nvPr/>
        </p:nvPicPr>
        <p:blipFill>
          <a:blip r:embed="rId2"/>
          <a:stretch/>
        </p:blipFill>
        <p:spPr>
          <a:xfrm>
            <a:off x="10654920" y="0"/>
            <a:ext cx="1536480" cy="1521360"/>
          </a:xfrm>
          <a:prstGeom prst="rect">
            <a:avLst/>
          </a:prstGeom>
          <a:noFill/>
          <a:ln w="0">
            <a:noFill/>
          </a:ln>
        </p:spPr>
      </p:pic>
      <p:sp>
        <p:nvSpPr>
          <p:cNvPr id="3" name="PlaceHolder 1"/>
          <p:cNvSpPr>
            <a:spLocks noGrp="1"/>
          </p:cNvSpPr>
          <p:nvPr>
            <p:ph type="title"/>
          </p:nvPr>
        </p:nvSpPr>
        <p:spPr>
          <a:xfrm>
            <a:off x="1523880" y="1122480"/>
            <a:ext cx="9143280" cy="238680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de-DE" sz="6000" b="0" u="none" strike="noStrike">
                <a:solidFill>
                  <a:schemeClr val="dk1"/>
                </a:solidFill>
                <a:effectLst/>
                <a:uFillTx/>
                <a:latin typeface="Arial Black"/>
              </a:rPr>
              <a:t>Mastertitelformat bearbeiten</a:t>
            </a:r>
            <a:endParaRPr lang="de-DE" sz="6000" b="0" u="none" strike="noStrike">
              <a:solidFill>
                <a:schemeClr val="dk1"/>
              </a:solidFill>
              <a:effectLst/>
              <a:uFillTx/>
              <a:latin typeface="Calibri"/>
            </a:endParaRPr>
          </a:p>
        </p:txBody>
      </p:sp>
      <p:sp>
        <p:nvSpPr>
          <p:cNvPr id="4" name="PlaceHolder 2"/>
          <p:cNvSpPr>
            <a:spLocks noGrp="1"/>
          </p:cNvSpPr>
          <p:nvPr>
            <p:ph type="dt" idx="1"/>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20.04.2026</a:t>
            </a:r>
            <a:endParaRPr lang="de-DE" sz="1200" b="0" u="none" strike="noStrike">
              <a:solidFill>
                <a:srgbClr val="000000"/>
              </a:solidFill>
              <a:effectLst/>
              <a:uFillTx/>
              <a:latin typeface="Times New Roman"/>
            </a:endParaRPr>
          </a:p>
        </p:txBody>
      </p:sp>
      <p:sp>
        <p:nvSpPr>
          <p:cNvPr id="5" name="PlaceHolder 3"/>
          <p:cNvSpPr>
            <a:spLocks noGrp="1"/>
          </p:cNvSpPr>
          <p:nvPr>
            <p:ph type="ftr" idx="2"/>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Elias Schmidt &amp; Beat Höllwarth </a:t>
            </a:r>
            <a:endParaRPr lang="de-DE" sz="1400" b="0" u="none" strike="noStrike">
              <a:solidFill>
                <a:srgbClr val="000000"/>
              </a:solidFill>
              <a:effectLst/>
              <a:uFillTx/>
              <a:latin typeface="Times New Roman"/>
            </a:endParaRPr>
          </a:p>
        </p:txBody>
      </p:sp>
      <p:sp>
        <p:nvSpPr>
          <p:cNvPr id="6" name="PlaceHolder 4"/>
          <p:cNvSpPr>
            <a:spLocks noGrp="1"/>
          </p:cNvSpPr>
          <p:nvPr>
            <p:ph type="sldNum" idx="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8532D2D-A83E-4D84-ADA6-14B207BB17A3}" type="slidenum">
              <a:rPr lang="de-DE" sz="1200" b="0" u="none" strike="noStrike">
                <a:solidFill>
                  <a:schemeClr val="dk1">
                    <a:tint val="75000"/>
                  </a:schemeClr>
                </a:solidFill>
                <a:effectLst/>
                <a:uFillTx/>
                <a:latin typeface="Calibri"/>
              </a:rPr>
              <a:t>13</a:t>
            </a:fld>
            <a:endParaRPr lang="de-DE" sz="1200" b="0" u="none" strike="noStrike">
              <a:solidFill>
                <a:srgbClr val="000000"/>
              </a:solidFill>
              <a:effectLst/>
              <a:uFillTx/>
              <a:latin typeface="Times New Roman"/>
            </a:endParaRPr>
          </a:p>
        </p:txBody>
      </p:sp>
      <p:sp>
        <p:nvSpPr>
          <p:cNvPr id="7"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lang="de-DE" sz="2800" b="0" u="none" strike="noStrike">
                <a:solidFill>
                  <a:schemeClr val="dk1"/>
                </a:solidFill>
                <a:effectLst/>
                <a:uFillTx/>
                <a:latin typeface="Arial"/>
              </a:rPr>
              <a:t>Format des Gliederungstextes durch Klicken bearbeiten</a:t>
            </a:r>
            <a:endParaRPr lang="de-DE" sz="2800" b="0" u="none" strike="noStrike">
              <a:solidFill>
                <a:schemeClr val="dk1"/>
              </a:solidFill>
              <a:effectLst/>
              <a:uFillTx/>
              <a:latin typeface="Calibri"/>
            </a:endParaRPr>
          </a:p>
          <a:p>
            <a:pPr marL="864000" lvl="1" indent="-324000" defTabSz="9144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Zweite Gliederungsebene</a:t>
            </a:r>
            <a:endParaRPr lang="de-DE" sz="2000" b="0" u="none" strike="noStrike">
              <a:solidFill>
                <a:schemeClr val="dk1"/>
              </a:solidFill>
              <a:effectLst/>
              <a:uFillTx/>
              <a:latin typeface="Calibri"/>
            </a:endParaRPr>
          </a:p>
          <a:p>
            <a:pPr marL="1296000" lvl="2" indent="-288000" defTabSz="9144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Dritte Gliederungsebene</a:t>
            </a:r>
            <a:endParaRPr lang="de-DE" sz="1800" b="0" u="none" strike="noStrike">
              <a:solidFill>
                <a:schemeClr val="dk1"/>
              </a:solidFill>
              <a:effectLst/>
              <a:uFillTx/>
              <a:latin typeface="Calibri"/>
            </a:endParaRPr>
          </a:p>
          <a:p>
            <a:pPr marL="1728000" lvl="3" indent="-216000" defTabSz="9144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Vierte Gliederungsebene</a:t>
            </a:r>
            <a:endParaRPr lang="de-DE" sz="1800" b="0" u="none" strike="noStrike">
              <a:solidFill>
                <a:schemeClr val="dk1"/>
              </a:solidFill>
              <a:effectLst/>
              <a:uFillTx/>
              <a:latin typeface="Calibri"/>
            </a:endParaRPr>
          </a:p>
          <a:p>
            <a:pPr marL="2160000" lvl="4" indent="-216000"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Fünfte Gliederungsebene</a:t>
            </a:r>
            <a:endParaRPr lang="de-DE" sz="2000" b="0" u="none" strike="noStrike">
              <a:solidFill>
                <a:schemeClr val="dk1"/>
              </a:solidFill>
              <a:effectLst/>
              <a:uFillTx/>
              <a:latin typeface="Calibri"/>
            </a:endParaRPr>
          </a:p>
          <a:p>
            <a:pPr marL="2592000" lvl="5" indent="-216000"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Sechste Gliederungsebene</a:t>
            </a:r>
            <a:endParaRPr lang="de-DE" sz="2000" b="0" u="none" strike="noStrike">
              <a:solidFill>
                <a:schemeClr val="dk1"/>
              </a:solidFill>
              <a:effectLst/>
              <a:uFillTx/>
              <a:latin typeface="Calibri"/>
            </a:endParaRPr>
          </a:p>
          <a:p>
            <a:pPr marL="3024000" lvl="6" indent="-216000" defTabSz="9144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Siebte Gliederungsebene</a:t>
            </a:r>
            <a:endParaRPr lang="de-DE"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 mit Überschrift">
    <p:bg>
      <p:bgPr>
        <a:solidFill>
          <a:srgbClr val="ffffff"/>
        </a:solidFill>
      </p:bgPr>
    </p:bg>
    <p:spTree>
      <p:nvGrpSpPr>
        <p:cNvPr id="1" name=""/>
        <p:cNvGrpSpPr/>
        <p:nvPr/>
      </p:nvGrpSpPr>
      <p:grpSpPr>
        <a:xfrm>
          <a:off x="0" y="0"/>
          <a:ext cx="0" cy="0"/>
          <a:chOff x="0" y="0"/>
          <a:chExt cx="0" cy="0"/>
        </a:xfrm>
      </p:grpSpPr>
      <p:pic>
        <p:nvPicPr>
          <p:cNvPr id="8" name="Grafik 7"/>
          <p:cNvPicPr/>
          <p:nvPr/>
        </p:nvPicPr>
        <p:blipFill>
          <a:blip r:embed="rId2"/>
          <a:stretch/>
        </p:blipFill>
        <p:spPr>
          <a:xfrm>
            <a:off x="10654920" y="0"/>
            <a:ext cx="1536480" cy="1521360"/>
          </a:xfrm>
          <a:prstGeom prst="rect">
            <a:avLst/>
          </a:prstGeom>
          <a:noFill/>
          <a:ln w="0">
            <a:noFill/>
          </a:ln>
        </p:spPr>
      </p:pic>
      <p:sp>
        <p:nvSpPr>
          <p:cNvPr id="9"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Autofit/>
          </a:bodyPr>
          <a:p>
            <a:pPr indent="0" defTabSz="914400">
              <a:lnSpc>
                <a:spcPct val="90000"/>
              </a:lnSpc>
              <a:buNone/>
              <a:tabLst>
                <a:tab algn="l" pos="0"/>
              </a:tabLst>
            </a:pPr>
            <a:r>
              <a:rPr lang="de-DE" sz="3200" b="0" u="none" strike="noStrike">
                <a:solidFill>
                  <a:schemeClr val="dk1"/>
                </a:solidFill>
                <a:effectLst/>
                <a:uFillTx/>
                <a:latin typeface="Arial Black"/>
              </a:rPr>
              <a:t>Mastertitelformat bearbeiten</a:t>
            </a:r>
            <a:endParaRPr lang="de-DE" sz="3200" b="0" u="none" strike="noStrike">
              <a:solidFill>
                <a:schemeClr val="dk1"/>
              </a:solidFill>
              <a:effectLst/>
              <a:uFillTx/>
              <a:latin typeface="Calibri"/>
            </a:endParaRPr>
          </a:p>
        </p:txBody>
      </p:sp>
      <p:sp>
        <p:nvSpPr>
          <p:cNvPr id="10" name="PlaceHolder 2"/>
          <p:cNvSpPr>
            <a:spLocks noGrp="1"/>
          </p:cNvSpPr>
          <p:nvPr>
            <p:ph type="body"/>
          </p:nvPr>
        </p:nvSpPr>
        <p:spPr>
          <a:xfrm>
            <a:off x="5183280" y="987480"/>
            <a:ext cx="6171480" cy="4872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3200" b="0" u="none" strike="noStrike">
                <a:solidFill>
                  <a:schemeClr val="dk1"/>
                </a:solidFill>
                <a:effectLst/>
                <a:uFillTx/>
                <a:latin typeface="Arial"/>
              </a:rPr>
              <a:t>Mastertextformat bearbeiten</a:t>
            </a:r>
            <a:endParaRPr lang="de-DE"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800" b="0" u="none" strike="noStrike">
                <a:solidFill>
                  <a:schemeClr val="dk1"/>
                </a:solidFill>
                <a:effectLst/>
                <a:uFillTx/>
                <a:latin typeface="Arial"/>
              </a:rPr>
              <a:t>Zweite Ebene</a:t>
            </a:r>
            <a:endParaRPr lang="de-DE"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Dritte Ebene</a:t>
            </a:r>
            <a:endParaRPr lang="de-DE"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Vierte Ebene</a:t>
            </a:r>
            <a:endParaRPr lang="de-DE"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Fünfte Ebene</a:t>
            </a:r>
            <a:endParaRPr lang="de-DE" sz="2000" b="0" u="none" strike="noStrike">
              <a:solidFill>
                <a:schemeClr val="dk1"/>
              </a:solidFill>
              <a:effectLst/>
              <a:uFillTx/>
              <a:latin typeface="Calibri"/>
            </a:endParaRPr>
          </a:p>
        </p:txBody>
      </p:sp>
      <p:sp>
        <p:nvSpPr>
          <p:cNvPr id="11"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de-DE" sz="1600" b="0" u="none" strike="noStrike">
                <a:solidFill>
                  <a:schemeClr val="dk1"/>
                </a:solidFill>
                <a:effectLst/>
                <a:uFillTx/>
                <a:latin typeface="Arial"/>
              </a:rPr>
              <a:t>Mastertextformat bearbeiten</a:t>
            </a:r>
            <a:endParaRPr lang="de-DE" sz="1600" b="0" u="none" strike="noStrike">
              <a:solidFill>
                <a:schemeClr val="dk1"/>
              </a:solidFill>
              <a:effectLst/>
              <a:uFillTx/>
              <a:latin typeface="Calibri"/>
            </a:endParaRPr>
          </a:p>
        </p:txBody>
      </p:sp>
      <p:sp>
        <p:nvSpPr>
          <p:cNvPr id="12" name="PlaceHolder 4"/>
          <p:cNvSpPr>
            <a:spLocks noGrp="1"/>
          </p:cNvSpPr>
          <p:nvPr>
            <p:ph type="dt" idx="4"/>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13" name="PlaceHolder 5"/>
          <p:cNvSpPr>
            <a:spLocks noGrp="1"/>
          </p:cNvSpPr>
          <p:nvPr>
            <p:ph type="ftr" idx="5"/>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4" name="PlaceHolder 6"/>
          <p:cNvSpPr>
            <a:spLocks noGrp="1"/>
          </p:cNvSpPr>
          <p:nvPr>
            <p:ph type="sldNum" idx="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A6AD3DA-A9C0-41D2-BD92-EE0911ECE025}"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ld mit Überschrift">
    <p:bg>
      <p:bgPr>
        <a:solidFill>
          <a:srgbClr val="ffffff"/>
        </a:solidFill>
      </p:bgPr>
    </p:bg>
    <p:spTree>
      <p:nvGrpSpPr>
        <p:cNvPr id="1" name=""/>
        <p:cNvGrpSpPr/>
        <p:nvPr/>
      </p:nvGrpSpPr>
      <p:grpSpPr>
        <a:xfrm>
          <a:off x="0" y="0"/>
          <a:ext cx="0" cy="0"/>
          <a:chOff x="0" y="0"/>
          <a:chExt cx="0" cy="0"/>
        </a:xfrm>
      </p:grpSpPr>
      <p:pic>
        <p:nvPicPr>
          <p:cNvPr id="15" name="Grafik 7"/>
          <p:cNvPicPr/>
          <p:nvPr/>
        </p:nvPicPr>
        <p:blipFill>
          <a:blip r:embed="rId2"/>
          <a:stretch/>
        </p:blipFill>
        <p:spPr>
          <a:xfrm>
            <a:off x="10654920" y="0"/>
            <a:ext cx="1536480" cy="1521360"/>
          </a:xfrm>
          <a:prstGeom prst="rect">
            <a:avLst/>
          </a:prstGeom>
          <a:noFill/>
          <a:ln w="0">
            <a:noFill/>
          </a:ln>
        </p:spPr>
      </p:pic>
      <p:sp>
        <p:nvSpPr>
          <p:cNvPr id="16"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Autofit/>
          </a:bodyPr>
          <a:p>
            <a:pPr indent="0" defTabSz="914400">
              <a:lnSpc>
                <a:spcPct val="90000"/>
              </a:lnSpc>
              <a:buNone/>
              <a:tabLst>
                <a:tab algn="l" pos="0"/>
              </a:tabLst>
            </a:pPr>
            <a:r>
              <a:rPr lang="de-DE" sz="3200" b="0" u="none" strike="noStrike">
                <a:solidFill>
                  <a:schemeClr val="dk1"/>
                </a:solidFill>
                <a:effectLst/>
                <a:uFillTx/>
                <a:latin typeface="Arial Black"/>
              </a:rPr>
              <a:t>Mastertitelformat bearbeiten</a:t>
            </a:r>
            <a:endParaRPr lang="de-DE" sz="3200" b="0" u="none" strike="noStrike">
              <a:solidFill>
                <a:schemeClr val="dk1"/>
              </a:solidFill>
              <a:effectLst/>
              <a:uFillTx/>
              <a:latin typeface="Calibri"/>
            </a:endParaRPr>
          </a:p>
        </p:txBody>
      </p:sp>
      <p:sp>
        <p:nvSpPr>
          <p:cNvPr id="17" name="PlaceHolder 2"/>
          <p:cNvSpPr>
            <a:spLocks noGrp="1"/>
          </p:cNvSpPr>
          <p:nvPr>
            <p:ph type="body"/>
          </p:nvPr>
        </p:nvSpPr>
        <p:spPr>
          <a:xfrm>
            <a:off x="5183280" y="987480"/>
            <a:ext cx="6171480" cy="4872960"/>
          </a:xfrm>
          <a:prstGeom prst="rect">
            <a:avLst/>
          </a:prstGeom>
          <a:noFill/>
          <a:ln w="0">
            <a:noFill/>
          </a:ln>
        </p:spPr>
        <p:txBody>
          <a:bodyPr lIns="90000" rIns="90000" tIns="45000" bIns="45000" anchor="t">
            <a:noAutofit/>
          </a:bodyPr>
          <a:p>
            <a:pPr marL="432000" indent="-324000" defTabSz="914400">
              <a:lnSpc>
                <a:spcPct val="90000"/>
              </a:lnSpc>
              <a:spcBef>
                <a:spcPts val="1417"/>
              </a:spcBef>
              <a:buClr>
                <a:srgbClr val="000000"/>
              </a:buClr>
              <a:buSzPct val="45000"/>
              <a:buFont typeface="Wingdings" charset="2"/>
              <a:buChar char=""/>
            </a:pPr>
            <a:r>
              <a:rPr lang="de-DE" sz="3200" b="0" u="none" strike="noStrike">
                <a:solidFill>
                  <a:schemeClr val="dk1"/>
                </a:solidFill>
                <a:effectLst/>
                <a:uFillTx/>
                <a:latin typeface="Arial"/>
              </a:rPr>
              <a:t>Format des Gliederungstextes durch Klicken bearbeiten</a:t>
            </a:r>
            <a:endParaRPr lang="de-DE" sz="3200" b="0" u="none" strike="noStrike">
              <a:solidFill>
                <a:schemeClr val="dk1"/>
              </a:solidFill>
              <a:effectLst/>
              <a:uFillTx/>
              <a:latin typeface="Calibri"/>
            </a:endParaRPr>
          </a:p>
          <a:p>
            <a:pPr marL="864000" lvl="1" indent="-324000" defTabSz="914400">
              <a:lnSpc>
                <a:spcPct val="90000"/>
              </a:lnSpc>
              <a:spcBef>
                <a:spcPts val="1134"/>
              </a:spcBef>
              <a:buClr>
                <a:srgbClr val="000000"/>
              </a:buClr>
              <a:buSzPct val="75000"/>
              <a:buFont typeface="Symbol" charset="2"/>
              <a:buChar char=""/>
            </a:pPr>
            <a:r>
              <a:rPr lang="de-DE" sz="3200" b="0" u="none" strike="noStrike">
                <a:solidFill>
                  <a:schemeClr val="dk1"/>
                </a:solidFill>
                <a:effectLst/>
                <a:uFillTx/>
                <a:latin typeface="Arial"/>
              </a:rPr>
              <a:t>Zweite Gliederungsebene</a:t>
            </a:r>
            <a:endParaRPr lang="de-DE" sz="3200" b="0" u="none" strike="noStrike">
              <a:solidFill>
                <a:schemeClr val="dk1"/>
              </a:solidFill>
              <a:effectLst/>
              <a:uFillTx/>
              <a:latin typeface="Calibri"/>
            </a:endParaRPr>
          </a:p>
          <a:p>
            <a:pPr marL="1296000" lvl="2" indent="-288000" defTabSz="914400">
              <a:lnSpc>
                <a:spcPct val="90000"/>
              </a:lnSpc>
              <a:spcBef>
                <a:spcPts val="850"/>
              </a:spcBef>
              <a:buClr>
                <a:srgbClr val="000000"/>
              </a:buClr>
              <a:buSzPct val="45000"/>
              <a:buFont typeface="Wingdings" charset="2"/>
              <a:buChar char=""/>
            </a:pPr>
            <a:r>
              <a:rPr lang="de-DE" sz="3200" b="0" u="none" strike="noStrike">
                <a:solidFill>
                  <a:schemeClr val="dk1"/>
                </a:solidFill>
                <a:effectLst/>
                <a:uFillTx/>
                <a:latin typeface="Arial"/>
              </a:rPr>
              <a:t>Dritte Gliederungsebene</a:t>
            </a:r>
            <a:endParaRPr lang="de-DE" sz="3200" b="0" u="none" strike="noStrike">
              <a:solidFill>
                <a:schemeClr val="dk1"/>
              </a:solidFill>
              <a:effectLst/>
              <a:uFillTx/>
              <a:latin typeface="Calibri"/>
            </a:endParaRPr>
          </a:p>
          <a:p>
            <a:pPr marL="1728000" lvl="3" indent="-216000" defTabSz="914400">
              <a:lnSpc>
                <a:spcPct val="90000"/>
              </a:lnSpc>
              <a:spcBef>
                <a:spcPts val="567"/>
              </a:spcBef>
              <a:buClr>
                <a:srgbClr val="000000"/>
              </a:buClr>
              <a:buSzPct val="75000"/>
              <a:buFont typeface="Symbol" charset="2"/>
              <a:buChar char=""/>
            </a:pPr>
            <a:r>
              <a:rPr lang="de-DE" sz="3200" b="0" u="none" strike="noStrike">
                <a:solidFill>
                  <a:schemeClr val="dk1"/>
                </a:solidFill>
                <a:effectLst/>
                <a:uFillTx/>
                <a:latin typeface="Arial"/>
              </a:rPr>
              <a:t>Vierte Gliederungsebene</a:t>
            </a:r>
            <a:endParaRPr lang="de-DE" sz="3200" b="0" u="none" strike="noStrike">
              <a:solidFill>
                <a:schemeClr val="dk1"/>
              </a:solidFill>
              <a:effectLst/>
              <a:uFillTx/>
              <a:latin typeface="Calibri"/>
            </a:endParaRPr>
          </a:p>
          <a:p>
            <a:pPr marL="2160000" lvl="4" indent="-216000" defTabSz="9144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Arial"/>
              </a:rPr>
              <a:t>Fünfte Gliederungsebene</a:t>
            </a:r>
            <a:endParaRPr lang="de-DE" sz="3200" b="0" u="none" strike="noStrike">
              <a:solidFill>
                <a:schemeClr val="dk1"/>
              </a:solidFill>
              <a:effectLst/>
              <a:uFillTx/>
              <a:latin typeface="Calibri"/>
            </a:endParaRPr>
          </a:p>
          <a:p>
            <a:pPr marL="2592000" lvl="5" indent="-216000" defTabSz="9144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Arial"/>
              </a:rPr>
              <a:t>Sechste Gliederungsebene</a:t>
            </a:r>
            <a:endParaRPr lang="de-DE" sz="3200" b="0" u="none" strike="noStrike">
              <a:solidFill>
                <a:schemeClr val="dk1"/>
              </a:solidFill>
              <a:effectLst/>
              <a:uFillTx/>
              <a:latin typeface="Calibri"/>
            </a:endParaRPr>
          </a:p>
          <a:p>
            <a:pPr marL="3024000" lvl="6" indent="-216000" defTabSz="9144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Arial"/>
              </a:rPr>
              <a:t>Siebte Gliederungsebene</a:t>
            </a:r>
            <a:endParaRPr lang="de-DE" sz="3200" b="0" u="none" strike="noStrike">
              <a:solidFill>
                <a:schemeClr val="dk1"/>
              </a:solidFill>
              <a:effectLst/>
              <a:uFillTx/>
              <a:latin typeface="Calibri"/>
            </a:endParaRPr>
          </a:p>
        </p:txBody>
      </p:sp>
      <p:sp>
        <p:nvSpPr>
          <p:cNvPr id="18"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de-DE" sz="1600" b="0" u="none" strike="noStrike">
                <a:solidFill>
                  <a:schemeClr val="dk1"/>
                </a:solidFill>
                <a:effectLst/>
                <a:uFillTx/>
                <a:latin typeface="Arial"/>
              </a:rPr>
              <a:t>Mastertextformat bearbeiten</a:t>
            </a:r>
            <a:endParaRPr lang="de-DE" sz="1600" b="0" u="none" strike="noStrike">
              <a:solidFill>
                <a:schemeClr val="dk1"/>
              </a:solidFill>
              <a:effectLst/>
              <a:uFillTx/>
              <a:latin typeface="Calibri"/>
            </a:endParaRPr>
          </a:p>
        </p:txBody>
      </p:sp>
      <p:sp>
        <p:nvSpPr>
          <p:cNvPr id="19" name="PlaceHolder 4"/>
          <p:cNvSpPr>
            <a:spLocks noGrp="1"/>
          </p:cNvSpPr>
          <p:nvPr>
            <p:ph type="dt" idx="7"/>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20" name="PlaceHolder 5"/>
          <p:cNvSpPr>
            <a:spLocks noGrp="1"/>
          </p:cNvSpPr>
          <p:nvPr>
            <p:ph type="ftr" idx="8"/>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21" name="PlaceHolder 6"/>
          <p:cNvSpPr>
            <a:spLocks noGrp="1"/>
          </p:cNvSpPr>
          <p:nvPr>
            <p:ph type="sldNum" idx="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45E3951-331F-4BAD-9B67-508CC44D85C1}"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el und vertikaler Text">
    <p:bg>
      <p:bgPr>
        <a:solidFill>
          <a:srgbClr val="ffffff"/>
        </a:solidFill>
      </p:bgPr>
    </p:bg>
    <p:spTree>
      <p:nvGrpSpPr>
        <p:cNvPr id="1" name=""/>
        <p:cNvGrpSpPr/>
        <p:nvPr/>
      </p:nvGrpSpPr>
      <p:grpSpPr>
        <a:xfrm>
          <a:off x="0" y="0"/>
          <a:ext cx="0" cy="0"/>
          <a:chOff x="0" y="0"/>
          <a:chExt cx="0" cy="0"/>
        </a:xfrm>
      </p:grpSpPr>
      <p:pic>
        <p:nvPicPr>
          <p:cNvPr id="22" name="Grafik 7"/>
          <p:cNvPicPr/>
          <p:nvPr/>
        </p:nvPicPr>
        <p:blipFill>
          <a:blip r:embed="rId2"/>
          <a:stretch/>
        </p:blipFill>
        <p:spPr>
          <a:xfrm>
            <a:off x="10654920" y="0"/>
            <a:ext cx="1536480" cy="1521360"/>
          </a:xfrm>
          <a:prstGeom prst="rect">
            <a:avLst/>
          </a:prstGeom>
          <a:noFill/>
          <a:ln w="0">
            <a:noFill/>
          </a:ln>
        </p:spPr>
      </p:pic>
      <p:sp>
        <p:nvSpPr>
          <p:cNvPr id="23" name="PlaceHolder 1"/>
          <p:cNvSpPr>
            <a:spLocks noGrp="1"/>
          </p:cNvSpPr>
          <p:nvPr>
            <p:ph type="title"/>
          </p:nvPr>
        </p:nvSpPr>
        <p:spPr>
          <a:xfrm>
            <a:off x="838080" y="365040"/>
            <a:ext cx="908496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24" name="PlaceHolder 2"/>
          <p:cNvSpPr>
            <a:spLocks noGrp="1"/>
          </p:cNvSpPr>
          <p:nvPr>
            <p:ph type="body"/>
          </p:nvPr>
        </p:nvSpPr>
        <p:spPr>
          <a:xfrm>
            <a:off x="838080" y="1825560"/>
            <a:ext cx="10514880" cy="435060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de-DE" sz="1800" b="0" u="none" strike="noStrike">
              <a:solidFill>
                <a:schemeClr val="dk1"/>
              </a:solidFill>
              <a:effectLst/>
              <a:uFillTx/>
              <a:latin typeface="Calibri"/>
            </a:endParaRPr>
          </a:p>
        </p:txBody>
      </p:sp>
      <p:sp>
        <p:nvSpPr>
          <p:cNvPr id="25" name="PlaceHolder 3"/>
          <p:cNvSpPr>
            <a:spLocks noGrp="1"/>
          </p:cNvSpPr>
          <p:nvPr>
            <p:ph type="dt" idx="10"/>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26" name="PlaceHolder 4"/>
          <p:cNvSpPr>
            <a:spLocks noGrp="1"/>
          </p:cNvSpPr>
          <p:nvPr>
            <p:ph type="ftr" idx="11"/>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27" name="PlaceHolder 5"/>
          <p:cNvSpPr>
            <a:spLocks noGrp="1"/>
          </p:cNvSpPr>
          <p:nvPr>
            <p:ph type="sldNum" idx="1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4E62CB9-0123-4A0F-825A-AAA70411A11A}"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kaler Titel und Text">
    <p:bg>
      <p:bgPr>
        <a:solidFill>
          <a:srgbClr val="ffffff"/>
        </a:solidFill>
      </p:bgPr>
    </p:bg>
    <p:spTree>
      <p:nvGrpSpPr>
        <p:cNvPr id="1" name=""/>
        <p:cNvGrpSpPr/>
        <p:nvPr/>
      </p:nvGrpSpPr>
      <p:grpSpPr>
        <a:xfrm>
          <a:off x="0" y="0"/>
          <a:ext cx="0" cy="0"/>
          <a:chOff x="0" y="0"/>
          <a:chExt cx="0" cy="0"/>
        </a:xfrm>
      </p:grpSpPr>
      <p:pic>
        <p:nvPicPr>
          <p:cNvPr id="28" name="Grafik 7"/>
          <p:cNvPicPr/>
          <p:nvPr/>
        </p:nvPicPr>
        <p:blipFill>
          <a:blip r:embed="rId2"/>
          <a:stretch/>
        </p:blipFill>
        <p:spPr>
          <a:xfrm>
            <a:off x="10654920" y="0"/>
            <a:ext cx="1536480" cy="1521360"/>
          </a:xfrm>
          <a:prstGeom prst="rect">
            <a:avLst/>
          </a:prstGeom>
          <a:noFill/>
          <a:ln w="0">
            <a:noFill/>
          </a:ln>
        </p:spPr>
      </p:pic>
      <p:sp>
        <p:nvSpPr>
          <p:cNvPr id="29" name="PlaceHolder 1"/>
          <p:cNvSpPr>
            <a:spLocks noGrp="1"/>
          </p:cNvSpPr>
          <p:nvPr>
            <p:ph type="title"/>
          </p:nvPr>
        </p:nvSpPr>
        <p:spPr>
          <a:xfrm>
            <a:off x="8724960" y="365040"/>
            <a:ext cx="2628360" cy="581112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30" name="PlaceHolder 2"/>
          <p:cNvSpPr>
            <a:spLocks noGrp="1"/>
          </p:cNvSpPr>
          <p:nvPr>
            <p:ph type="body"/>
          </p:nvPr>
        </p:nvSpPr>
        <p:spPr>
          <a:xfrm>
            <a:off x="838080" y="365040"/>
            <a:ext cx="7733520" cy="581112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de-DE" sz="1800" b="0" u="none" strike="noStrike">
              <a:solidFill>
                <a:schemeClr val="dk1"/>
              </a:solidFill>
              <a:effectLst/>
              <a:uFillTx/>
              <a:latin typeface="Calibri"/>
            </a:endParaRPr>
          </a:p>
        </p:txBody>
      </p:sp>
      <p:sp>
        <p:nvSpPr>
          <p:cNvPr id="31" name="PlaceHolder 3"/>
          <p:cNvSpPr>
            <a:spLocks noGrp="1"/>
          </p:cNvSpPr>
          <p:nvPr>
            <p:ph type="dt" idx="13"/>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2" name="PlaceHolder 4"/>
          <p:cNvSpPr>
            <a:spLocks noGrp="1"/>
          </p:cNvSpPr>
          <p:nvPr>
            <p:ph type="ftr" idx="14"/>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33" name="PlaceHolder 5"/>
          <p:cNvSpPr>
            <a:spLocks noGrp="1"/>
          </p:cNvSpPr>
          <p:nvPr>
            <p:ph type="sldNum" idx="1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F85C4B3-82AA-4FFB-A9FF-6ACCFEE8428A}"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bg>
      <p:bgPr>
        <a:solidFill>
          <a:srgbClr val="ffffff"/>
        </a:solidFill>
      </p:bgPr>
    </p:bg>
    <p:spTree>
      <p:nvGrpSpPr>
        <p:cNvPr id="1" name=""/>
        <p:cNvGrpSpPr/>
        <p:nvPr/>
      </p:nvGrpSpPr>
      <p:grpSpPr>
        <a:xfrm>
          <a:off x="0" y="0"/>
          <a:ext cx="0" cy="0"/>
          <a:chOff x="0" y="0"/>
          <a:chExt cx="0" cy="0"/>
        </a:xfrm>
      </p:grpSpPr>
      <p:pic>
        <p:nvPicPr>
          <p:cNvPr id="34" name="Grafik 7"/>
          <p:cNvPicPr/>
          <p:nvPr/>
        </p:nvPicPr>
        <p:blipFill>
          <a:blip r:embed="rId2"/>
          <a:stretch/>
        </p:blipFill>
        <p:spPr>
          <a:xfrm>
            <a:off x="10654920" y="0"/>
            <a:ext cx="1536480" cy="1521360"/>
          </a:xfrm>
          <a:prstGeom prst="rect">
            <a:avLst/>
          </a:prstGeom>
          <a:noFill/>
          <a:ln w="0">
            <a:noFill/>
          </a:ln>
        </p:spPr>
      </p:pic>
      <p:sp>
        <p:nvSpPr>
          <p:cNvPr id="35"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36" name="PlaceHolder 2"/>
          <p:cNvSpPr>
            <a:spLocks noGrp="1"/>
          </p:cNvSpPr>
          <p:nvPr>
            <p:ph type="body"/>
          </p:nvPr>
        </p:nvSpPr>
        <p:spPr>
          <a:xfrm>
            <a:off x="838080" y="1825560"/>
            <a:ext cx="10514880" cy="37047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de-DE" sz="1800" b="0" u="none" strike="noStrike">
              <a:solidFill>
                <a:schemeClr val="dk1"/>
              </a:solidFill>
              <a:effectLst/>
              <a:uFillTx/>
              <a:latin typeface="Calibri"/>
            </a:endParaRPr>
          </a:p>
        </p:txBody>
      </p:sp>
      <p:sp>
        <p:nvSpPr>
          <p:cNvPr id="37" name="PlaceHolder 3"/>
          <p:cNvSpPr>
            <a:spLocks noGrp="1"/>
          </p:cNvSpPr>
          <p:nvPr>
            <p:ph type="dt" idx="16"/>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8" name="PlaceHolder 4"/>
          <p:cNvSpPr>
            <a:spLocks noGrp="1"/>
          </p:cNvSpPr>
          <p:nvPr>
            <p:ph type="ftr" idx="17"/>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39" name="PlaceHolder 5"/>
          <p:cNvSpPr>
            <a:spLocks noGrp="1"/>
          </p:cNvSpPr>
          <p:nvPr>
            <p:ph type="sldNum" idx="1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64D3A2E-2852-4283-BD15-558667C6CE08}"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bschnitts-&#10;überschrift">
    <p:bg>
      <p:bgPr>
        <a:solidFill>
          <a:srgbClr val="ffffff"/>
        </a:solidFill>
      </p:bgPr>
    </p:bg>
    <p:spTree>
      <p:nvGrpSpPr>
        <p:cNvPr id="1" name=""/>
        <p:cNvGrpSpPr/>
        <p:nvPr/>
      </p:nvGrpSpPr>
      <p:grpSpPr>
        <a:xfrm>
          <a:off x="0" y="0"/>
          <a:ext cx="0" cy="0"/>
          <a:chOff x="0" y="0"/>
          <a:chExt cx="0" cy="0"/>
        </a:xfrm>
      </p:grpSpPr>
      <p:pic>
        <p:nvPicPr>
          <p:cNvPr id="40" name="Grafik 7"/>
          <p:cNvPicPr/>
          <p:nvPr/>
        </p:nvPicPr>
        <p:blipFill>
          <a:blip r:embed="rId2"/>
          <a:stretch/>
        </p:blipFill>
        <p:spPr>
          <a:xfrm>
            <a:off x="10654920" y="0"/>
            <a:ext cx="1536480" cy="1521360"/>
          </a:xfrm>
          <a:prstGeom prst="rect">
            <a:avLst/>
          </a:prstGeom>
          <a:noFill/>
          <a:ln w="0">
            <a:noFill/>
          </a:ln>
        </p:spPr>
      </p:pic>
      <p:sp>
        <p:nvSpPr>
          <p:cNvPr id="41"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lang="de-DE" sz="6000" b="0" u="none" strike="noStrike">
                <a:solidFill>
                  <a:schemeClr val="dk1"/>
                </a:solidFill>
                <a:effectLst/>
                <a:uFillTx/>
                <a:latin typeface="Arial Black"/>
              </a:rPr>
              <a:t>Mastertitelformat bearbeiten</a:t>
            </a:r>
            <a:endParaRPr lang="de-DE" sz="6000" b="0" u="none" strike="noStrike">
              <a:solidFill>
                <a:schemeClr val="dk1"/>
              </a:solidFill>
              <a:effectLst/>
              <a:uFillTx/>
              <a:latin typeface="Calibri"/>
            </a:endParaRPr>
          </a:p>
        </p:txBody>
      </p:sp>
      <p:sp>
        <p:nvSpPr>
          <p:cNvPr id="42" name="PlaceHolder 2"/>
          <p:cNvSpPr>
            <a:spLocks noGrp="1"/>
          </p:cNvSpPr>
          <p:nvPr>
            <p:ph type="body"/>
          </p:nvPr>
        </p:nvSpPr>
        <p:spPr>
          <a:xfrm>
            <a:off x="831960" y="4589640"/>
            <a:ext cx="10514880" cy="1499400"/>
          </a:xfrm>
          <a:prstGeom prst="rect">
            <a:avLst/>
          </a:prstGeom>
          <a:noFill/>
          <a:ln w="0">
            <a:noFill/>
          </a:ln>
        </p:spPr>
        <p:txBody>
          <a:bodyPr lIns="91440" rIns="91440" tIns="45720" bIns="45720" anchor="t">
            <a:noAutofit/>
          </a:bodyPr>
          <a:p>
            <a:pPr marL="228600" indent="0" defTabSz="914400">
              <a:lnSpc>
                <a:spcPct val="90000"/>
              </a:lnSpc>
              <a:spcBef>
                <a:spcPts val="1001"/>
              </a:spcBef>
              <a:buNone/>
              <a:tabLst>
                <a:tab algn="l" pos="0"/>
              </a:tabLst>
            </a:pPr>
            <a:r>
              <a:rPr lang="de-DE" sz="2400" b="0" u="none" strike="noStrike">
                <a:solidFill>
                  <a:schemeClr val="dk1">
                    <a:tint val="75000"/>
                  </a:schemeClr>
                </a:solidFill>
                <a:effectLst/>
                <a:uFillTx/>
                <a:latin typeface="Arial"/>
              </a:rPr>
              <a:t>Mastertextformat bearbeiten</a:t>
            </a:r>
            <a:endParaRPr lang="de-DE" sz="2400" b="0" u="none" strike="noStrike">
              <a:solidFill>
                <a:schemeClr val="dk1"/>
              </a:solidFill>
              <a:effectLst/>
              <a:uFillTx/>
              <a:latin typeface="Calibri"/>
            </a:endParaRPr>
          </a:p>
        </p:txBody>
      </p:sp>
      <p:sp>
        <p:nvSpPr>
          <p:cNvPr id="43" name="PlaceHolder 3"/>
          <p:cNvSpPr>
            <a:spLocks noGrp="1"/>
          </p:cNvSpPr>
          <p:nvPr>
            <p:ph type="dt" idx="19"/>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4" name="PlaceHolder 4"/>
          <p:cNvSpPr>
            <a:spLocks noGrp="1"/>
          </p:cNvSpPr>
          <p:nvPr>
            <p:ph type="ftr" idx="20"/>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45" name="PlaceHolder 5"/>
          <p:cNvSpPr>
            <a:spLocks noGrp="1"/>
          </p:cNvSpPr>
          <p:nvPr>
            <p:ph type="sldNum" idx="2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ACA64972-5F8F-4531-82C2-DD1FC138BFFF}"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Zwei Inhalte">
    <p:bg>
      <p:bgPr>
        <a:solidFill>
          <a:srgbClr val="ffffff"/>
        </a:solidFill>
      </p:bgPr>
    </p:bg>
    <p:spTree>
      <p:nvGrpSpPr>
        <p:cNvPr id="1" name=""/>
        <p:cNvGrpSpPr/>
        <p:nvPr/>
      </p:nvGrpSpPr>
      <p:grpSpPr>
        <a:xfrm>
          <a:off x="0" y="0"/>
          <a:ext cx="0" cy="0"/>
          <a:chOff x="0" y="0"/>
          <a:chExt cx="0" cy="0"/>
        </a:xfrm>
      </p:grpSpPr>
      <p:pic>
        <p:nvPicPr>
          <p:cNvPr id="46" name="Grafik 7"/>
          <p:cNvPicPr/>
          <p:nvPr/>
        </p:nvPicPr>
        <p:blipFill>
          <a:blip r:embed="rId2"/>
          <a:stretch/>
        </p:blipFill>
        <p:spPr>
          <a:xfrm>
            <a:off x="10654920" y="0"/>
            <a:ext cx="1536480" cy="1521360"/>
          </a:xfrm>
          <a:prstGeom prst="rect">
            <a:avLst/>
          </a:prstGeom>
          <a:noFill/>
          <a:ln w="0">
            <a:noFill/>
          </a:ln>
        </p:spPr>
      </p:pic>
      <p:sp>
        <p:nvSpPr>
          <p:cNvPr id="47" name="PlaceHolder 1"/>
          <p:cNvSpPr>
            <a:spLocks noGrp="1"/>
          </p:cNvSpPr>
          <p:nvPr>
            <p:ph type="title"/>
          </p:nvPr>
        </p:nvSpPr>
        <p:spPr>
          <a:xfrm>
            <a:off x="838080" y="365040"/>
            <a:ext cx="908496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48" name="PlaceHolder 2"/>
          <p:cNvSpPr>
            <a:spLocks noGrp="1"/>
          </p:cNvSpPr>
          <p:nvPr>
            <p:ph type="body"/>
          </p:nvPr>
        </p:nvSpPr>
        <p:spPr>
          <a:xfrm>
            <a:off x="838080" y="1825560"/>
            <a:ext cx="518076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de-DE" sz="1800" b="0" u="none" strike="noStrike">
              <a:solidFill>
                <a:schemeClr val="dk1"/>
              </a:solidFill>
              <a:effectLst/>
              <a:uFillTx/>
              <a:latin typeface="Calibri"/>
            </a:endParaRPr>
          </a:p>
        </p:txBody>
      </p:sp>
      <p:sp>
        <p:nvSpPr>
          <p:cNvPr id="49" name="PlaceHolder 3"/>
          <p:cNvSpPr>
            <a:spLocks noGrp="1"/>
          </p:cNvSpPr>
          <p:nvPr>
            <p:ph type="body"/>
          </p:nvPr>
        </p:nvSpPr>
        <p:spPr>
          <a:xfrm>
            <a:off x="6172200" y="1825560"/>
            <a:ext cx="518076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de-DE" sz="1800" b="0" u="none" strike="noStrike">
              <a:solidFill>
                <a:schemeClr val="dk1"/>
              </a:solidFill>
              <a:effectLst/>
              <a:uFillTx/>
              <a:latin typeface="Calibri"/>
            </a:endParaRPr>
          </a:p>
        </p:txBody>
      </p:sp>
      <p:sp>
        <p:nvSpPr>
          <p:cNvPr id="50" name="PlaceHolder 4"/>
          <p:cNvSpPr>
            <a:spLocks noGrp="1"/>
          </p:cNvSpPr>
          <p:nvPr>
            <p:ph type="dt" idx="22"/>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51" name="PlaceHolder 5"/>
          <p:cNvSpPr>
            <a:spLocks noGrp="1"/>
          </p:cNvSpPr>
          <p:nvPr>
            <p:ph type="ftr" idx="23"/>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52" name="PlaceHolder 6"/>
          <p:cNvSpPr>
            <a:spLocks noGrp="1"/>
          </p:cNvSpPr>
          <p:nvPr>
            <p:ph type="sldNum" idx="2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2BC2BE5-43AF-4FB5-9EB3-B46F1B54E532}"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ergleich">
    <p:bg>
      <p:bgPr>
        <a:solidFill>
          <a:srgbClr val="ffffff"/>
        </a:solidFill>
      </p:bgPr>
    </p:bg>
    <p:spTree>
      <p:nvGrpSpPr>
        <p:cNvPr id="1" name=""/>
        <p:cNvGrpSpPr/>
        <p:nvPr/>
      </p:nvGrpSpPr>
      <p:grpSpPr>
        <a:xfrm>
          <a:off x="0" y="0"/>
          <a:ext cx="0" cy="0"/>
          <a:chOff x="0" y="0"/>
          <a:chExt cx="0" cy="0"/>
        </a:xfrm>
      </p:grpSpPr>
      <p:pic>
        <p:nvPicPr>
          <p:cNvPr id="53" name="Grafik 7"/>
          <p:cNvPicPr/>
          <p:nvPr/>
        </p:nvPicPr>
        <p:blipFill>
          <a:blip r:embed="rId2"/>
          <a:stretch/>
        </p:blipFill>
        <p:spPr>
          <a:xfrm>
            <a:off x="10654920" y="0"/>
            <a:ext cx="1536480" cy="1521360"/>
          </a:xfrm>
          <a:prstGeom prst="rect">
            <a:avLst/>
          </a:prstGeom>
          <a:noFill/>
          <a:ln w="0">
            <a:noFill/>
          </a:ln>
        </p:spPr>
      </p:pic>
      <p:sp>
        <p:nvSpPr>
          <p:cNvPr id="54" name="PlaceHolder 1"/>
          <p:cNvSpPr>
            <a:spLocks noGrp="1"/>
          </p:cNvSpPr>
          <p:nvPr>
            <p:ph type="title"/>
          </p:nvPr>
        </p:nvSpPr>
        <p:spPr>
          <a:xfrm>
            <a:off x="8398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55" name="PlaceHolder 2"/>
          <p:cNvSpPr>
            <a:spLocks noGrp="1"/>
          </p:cNvSpPr>
          <p:nvPr>
            <p:ph type="body"/>
          </p:nvPr>
        </p:nvSpPr>
        <p:spPr>
          <a:xfrm>
            <a:off x="839880" y="1681200"/>
            <a:ext cx="5157000" cy="823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lang="de-DE" sz="2400" b="1" u="none" strike="noStrike">
                <a:solidFill>
                  <a:schemeClr val="dk1"/>
                </a:solidFill>
                <a:effectLst/>
                <a:uFillTx/>
                <a:latin typeface="Arial"/>
              </a:rPr>
              <a:t>Mastertextformat bearbeiten</a:t>
            </a:r>
            <a:endParaRPr lang="de-DE" sz="2400" b="0" u="none" strike="noStrike">
              <a:solidFill>
                <a:schemeClr val="dk1"/>
              </a:solidFill>
              <a:effectLst/>
              <a:uFillTx/>
              <a:latin typeface="Calibri"/>
            </a:endParaRPr>
          </a:p>
        </p:txBody>
      </p:sp>
      <p:sp>
        <p:nvSpPr>
          <p:cNvPr id="56" name="PlaceHolder 3"/>
          <p:cNvSpPr>
            <a:spLocks noGrp="1"/>
          </p:cNvSpPr>
          <p:nvPr>
            <p:ph type="body"/>
          </p:nvPr>
        </p:nvSpPr>
        <p:spPr>
          <a:xfrm>
            <a:off x="839880" y="2505240"/>
            <a:ext cx="5157000" cy="3683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de-DE" sz="1800" b="0" u="none" strike="noStrike">
              <a:solidFill>
                <a:schemeClr val="dk1"/>
              </a:solidFill>
              <a:effectLst/>
              <a:uFillTx/>
              <a:latin typeface="Calibri"/>
            </a:endParaRPr>
          </a:p>
        </p:txBody>
      </p:sp>
      <p:sp>
        <p:nvSpPr>
          <p:cNvPr id="57" name="PlaceHolder 4"/>
          <p:cNvSpPr>
            <a:spLocks noGrp="1"/>
          </p:cNvSpPr>
          <p:nvPr>
            <p:ph type="body"/>
          </p:nvPr>
        </p:nvSpPr>
        <p:spPr>
          <a:xfrm>
            <a:off x="6172200" y="1681200"/>
            <a:ext cx="5182560" cy="82332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lang="de-DE" sz="2400" b="1" u="none" strike="noStrike">
                <a:solidFill>
                  <a:schemeClr val="dk1"/>
                </a:solidFill>
                <a:effectLst/>
                <a:uFillTx/>
                <a:latin typeface="Arial"/>
              </a:rPr>
              <a:t>Mastertextformat bearbeiten</a:t>
            </a:r>
            <a:endParaRPr lang="de-DE" sz="2400" b="0" u="none" strike="noStrike">
              <a:solidFill>
                <a:schemeClr val="dk1"/>
              </a:solidFill>
              <a:effectLst/>
              <a:uFillTx/>
              <a:latin typeface="Calibri"/>
            </a:endParaRPr>
          </a:p>
        </p:txBody>
      </p:sp>
      <p:sp>
        <p:nvSpPr>
          <p:cNvPr id="58" name="PlaceHolder 5"/>
          <p:cNvSpPr>
            <a:spLocks noGrp="1"/>
          </p:cNvSpPr>
          <p:nvPr>
            <p:ph type="body"/>
          </p:nvPr>
        </p:nvSpPr>
        <p:spPr>
          <a:xfrm>
            <a:off x="6172200" y="2505240"/>
            <a:ext cx="5182560" cy="3683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endParaRPr lang="de-DE" sz="1800" b="0" u="none" strike="noStrike">
              <a:solidFill>
                <a:schemeClr val="dk1"/>
              </a:solidFill>
              <a:effectLst/>
              <a:uFillTx/>
              <a:latin typeface="Calibri"/>
            </a:endParaRPr>
          </a:p>
        </p:txBody>
      </p:sp>
      <p:sp>
        <p:nvSpPr>
          <p:cNvPr id="59" name="PlaceHolder 6"/>
          <p:cNvSpPr>
            <a:spLocks noGrp="1"/>
          </p:cNvSpPr>
          <p:nvPr>
            <p:ph type="dt" idx="25"/>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60" name="PlaceHolder 7"/>
          <p:cNvSpPr>
            <a:spLocks noGrp="1"/>
          </p:cNvSpPr>
          <p:nvPr>
            <p:ph type="ftr" idx="26"/>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61" name="PlaceHolder 8"/>
          <p:cNvSpPr>
            <a:spLocks noGrp="1"/>
          </p:cNvSpPr>
          <p:nvPr>
            <p:ph type="sldNum" idx="2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9FAB23A-1D93-4016-97F3-FDE76D661B9F}"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bg>
      <p:bgPr>
        <a:solidFill>
          <a:srgbClr val="ffffff"/>
        </a:solidFill>
      </p:bgPr>
    </p:bg>
    <p:spTree>
      <p:nvGrpSpPr>
        <p:cNvPr id="1" name=""/>
        <p:cNvGrpSpPr/>
        <p:nvPr/>
      </p:nvGrpSpPr>
      <p:grpSpPr>
        <a:xfrm>
          <a:off x="0" y="0"/>
          <a:ext cx="0" cy="0"/>
          <a:chOff x="0" y="0"/>
          <a:chExt cx="0" cy="0"/>
        </a:xfrm>
      </p:grpSpPr>
      <p:pic>
        <p:nvPicPr>
          <p:cNvPr id="62" name="Grafik 7"/>
          <p:cNvPicPr/>
          <p:nvPr/>
        </p:nvPicPr>
        <p:blipFill>
          <a:blip r:embed="rId2"/>
          <a:stretch/>
        </p:blipFill>
        <p:spPr>
          <a:xfrm>
            <a:off x="10654920" y="0"/>
            <a:ext cx="1536480" cy="1521360"/>
          </a:xfrm>
          <a:prstGeom prst="rect">
            <a:avLst/>
          </a:prstGeom>
          <a:noFill/>
          <a:ln w="0">
            <a:noFill/>
          </a:ln>
        </p:spPr>
      </p:pic>
      <p:sp>
        <p:nvSpPr>
          <p:cNvPr id="63" name="PlaceHolder 1"/>
          <p:cNvSpPr>
            <a:spLocks noGrp="1"/>
          </p:cNvSpPr>
          <p:nvPr>
            <p:ph type="title"/>
          </p:nvPr>
        </p:nvSpPr>
        <p:spPr>
          <a:xfrm>
            <a:off x="838080" y="365040"/>
            <a:ext cx="908496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64" name="PlaceHolder 2"/>
          <p:cNvSpPr>
            <a:spLocks noGrp="1"/>
          </p:cNvSpPr>
          <p:nvPr>
            <p:ph type="dt" idx="28"/>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65" name="PlaceHolder 3"/>
          <p:cNvSpPr>
            <a:spLocks noGrp="1"/>
          </p:cNvSpPr>
          <p:nvPr>
            <p:ph type="ftr" idx="29"/>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66" name="PlaceHolder 4"/>
          <p:cNvSpPr>
            <a:spLocks noGrp="1"/>
          </p:cNvSpPr>
          <p:nvPr>
            <p:ph type="sldNum" idx="3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AAAE6764-CE38-4256-A6DD-0B3842FCD61B}"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bg>
      <p:bgPr>
        <a:solidFill>
          <a:srgbClr val="ffffff"/>
        </a:solidFill>
      </p:bgPr>
    </p:bg>
    <p:spTree>
      <p:nvGrpSpPr>
        <p:cNvPr id="1" name=""/>
        <p:cNvGrpSpPr/>
        <p:nvPr/>
      </p:nvGrpSpPr>
      <p:grpSpPr>
        <a:xfrm>
          <a:off x="0" y="0"/>
          <a:ext cx="0" cy="0"/>
          <a:chOff x="0" y="0"/>
          <a:chExt cx="0" cy="0"/>
        </a:xfrm>
      </p:grpSpPr>
      <p:pic>
        <p:nvPicPr>
          <p:cNvPr id="67" name="Grafik 7"/>
          <p:cNvPicPr/>
          <p:nvPr/>
        </p:nvPicPr>
        <p:blipFill>
          <a:blip r:embed="rId2"/>
          <a:stretch/>
        </p:blipFill>
        <p:spPr>
          <a:xfrm>
            <a:off x="10654920" y="0"/>
            <a:ext cx="1536480" cy="1521360"/>
          </a:xfrm>
          <a:prstGeom prst="rect">
            <a:avLst/>
          </a:prstGeom>
          <a:noFill/>
          <a:ln w="0">
            <a:noFill/>
          </a:ln>
        </p:spPr>
      </p:pic>
      <p:sp>
        <p:nvSpPr>
          <p:cNvPr id="68" name="PlaceHolder 1"/>
          <p:cNvSpPr>
            <a:spLocks noGrp="1"/>
          </p:cNvSpPr>
          <p:nvPr>
            <p:ph type="dt" idx="31"/>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defTabSz="914400">
              <a:lnSpc>
                <a:spcPct val="100000"/>
              </a:lnSpc>
              <a:buNone/>
              <a:tabLst>
                <a:tab algn="l" pos="0"/>
              </a:tabLst>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69" name="PlaceHolder 2"/>
          <p:cNvSpPr>
            <a:spLocks noGrp="1"/>
          </p:cNvSpPr>
          <p:nvPr>
            <p:ph type="ftr" idx="32"/>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lang="de-DE" sz="1400" b="0" u="none" strike="noStrike">
                <a:solidFill>
                  <a:srgbClr val="000000"/>
                </a:solidFill>
                <a:effectLst/>
                <a:uFillTx/>
                <a:latin typeface="Times New Roman"/>
              </a:defRPr>
            </a:lvl1pPr>
          </a:lstStyle>
          <a:p>
            <a:pPr indent="0" algn="ctr" defTabSz="914400">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70" name="PlaceHolder 3"/>
          <p:cNvSpPr>
            <a:spLocks noGrp="1"/>
          </p:cNvSpPr>
          <p:nvPr>
            <p:ph type="sldNum" idx="3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de-DE"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22A45A3-2FFC-48F8-A119-5BAFD7D84FB3}" type="slidenum">
              <a:rPr lang="de-DE" sz="1200" b="0" u="none" strike="noStrike">
                <a:solidFill>
                  <a:schemeClr val="dk1">
                    <a:tint val="75000"/>
                  </a:schemeClr>
                </a:solidFill>
                <a:effectLst/>
                <a:uFillTx/>
                <a:latin typeface="Calibri"/>
              </a:rPr>
              <a:t>&lt;Foliennummer&gt;</a:t>
            </a:fld>
            <a:endParaRPr lang="de-DE"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image" Target="../media/image2.jpeg"/><Relationship Id="rId7" Type="http://schemas.openxmlformats.org/officeDocument/2006/relationships/slideLayout" Target="../slideLayouts/slideLayout6.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microsoft.com/office/2007/relationships/diagramDrawing" Target="../diagrams/drawing2.xml"/><Relationship Id="rId6" Type="http://schemas.openxmlformats.org/officeDocument/2006/relationships/image" Target="../media/image3.png"/><Relationship Id="rId7"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 Id="rId7" Type="http://schemas.openxmlformats.org/officeDocument/2006/relationships/image" Target="../media/image5.png"/><Relationship Id="rId8"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diagramData" Target="../diagrams/data4.xml"/><Relationship Id="rId2" Type="http://schemas.openxmlformats.org/officeDocument/2006/relationships/diagramLayout" Target="../diagrams/layout4.xml"/><Relationship Id="rId3" Type="http://schemas.openxmlformats.org/officeDocument/2006/relationships/diagramQuickStyle" Target="../diagrams/quickStyle4.xml"/><Relationship Id="rId4" Type="http://schemas.openxmlformats.org/officeDocument/2006/relationships/diagramColors" Target="../diagrams/colors4.xml"/><Relationship Id="rId5" Type="http://schemas.microsoft.com/office/2007/relationships/diagramDrawing" Target="../diagrams/drawing4.xml"/><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diagramData" Target="../diagrams/data5.xml"/><Relationship Id="rId2" Type="http://schemas.openxmlformats.org/officeDocument/2006/relationships/diagramLayout" Target="../diagrams/layout5.xml"/><Relationship Id="rId3" Type="http://schemas.openxmlformats.org/officeDocument/2006/relationships/diagramQuickStyle" Target="../diagrams/quickStyle5.xml"/><Relationship Id="rId4" Type="http://schemas.openxmlformats.org/officeDocument/2006/relationships/diagramColors" Target="../diagrams/colors5.xml"/><Relationship Id="rId5" Type="http://schemas.microsoft.com/office/2007/relationships/diagramDrawing" Target="../diagrams/drawing5.xml"/><Relationship Id="rId6" Type="http://schemas.openxmlformats.org/officeDocument/2006/relationships/image" Target="../media/image8.png"/><Relationship Id="rId7" Type="http://schemas.openxmlformats.org/officeDocument/2006/relationships/image" Target="../media/image9.jpeg"/><Relationship Id="rId8"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diagramData" Target="../diagrams/data6.xml"/><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 Id="rId7" Type="http://schemas.openxmlformats.org/officeDocument/2006/relationships/image" Target="../media/image11.png"/><Relationship Id="rId8"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 Id="rId8" Type="http://schemas.openxmlformats.org/officeDocument/2006/relationships/image" Target="../media/image14.png"/><Relationship Id="rId9"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diagramData" Target="../diagrams/data8.xml"/><Relationship Id="rId2" Type="http://schemas.openxmlformats.org/officeDocument/2006/relationships/diagramLayout" Target="../diagrams/layout8.xml"/><Relationship Id="rId3" Type="http://schemas.openxmlformats.org/officeDocument/2006/relationships/diagramQuickStyle" Target="../diagrams/quickStyle8.xml"/><Relationship Id="rId4" Type="http://schemas.openxmlformats.org/officeDocument/2006/relationships/diagramColors" Target="../diagrams/colors8.xml"/><Relationship Id="rId5" Type="http://schemas.microsoft.com/office/2007/relationships/diagramDrawing" Target="../diagrams/drawing8.xml"/><Relationship Id="rId6" Type="http://schemas.openxmlformats.org/officeDocument/2006/relationships/image" Target="../media/image15.png"/><Relationship Id="rId7"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diagramData" Target="../diagrams/data9.xml"/><Relationship Id="rId2" Type="http://schemas.openxmlformats.org/officeDocument/2006/relationships/diagramLayout" Target="../diagrams/layout9.xml"/><Relationship Id="rId3" Type="http://schemas.openxmlformats.org/officeDocument/2006/relationships/diagramQuickStyle" Target="../diagrams/quickStyle9.xml"/><Relationship Id="rId4" Type="http://schemas.openxmlformats.org/officeDocument/2006/relationships/diagramColors" Target="../diagrams/colors9.xml"/><Relationship Id="rId5" Type="http://schemas.microsoft.com/office/2007/relationships/diagramDrawing" Target="../diagrams/drawing9.xml"/><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diagramData" Target="../diagrams/data10.xml"/><Relationship Id="rId2" Type="http://schemas.openxmlformats.org/officeDocument/2006/relationships/diagramLayout" Target="../diagrams/layout10.xml"/><Relationship Id="rId3" Type="http://schemas.openxmlformats.org/officeDocument/2006/relationships/diagramQuickStyle" Target="../diagrams/quickStyle10.xml"/><Relationship Id="rId4" Type="http://schemas.openxmlformats.org/officeDocument/2006/relationships/diagramColors" Target="../diagrams/colors10.xml"/><Relationship Id="rId5" Type="http://schemas.microsoft.com/office/2007/relationships/diagramDrawing" Target="../diagrams/drawing10.xml"/><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jpeg"/><Relationship Id="rId4"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25.png"/><Relationship Id="rId3" Type="http://schemas.openxmlformats.org/officeDocument/2006/relationships/image" Target="../media/image28.png"/><Relationship Id="rId4"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diagramData" Target="../diagrams/data11.xml"/><Relationship Id="rId2" Type="http://schemas.openxmlformats.org/officeDocument/2006/relationships/diagramLayout" Target="../diagrams/layout11.xml"/><Relationship Id="rId3" Type="http://schemas.openxmlformats.org/officeDocument/2006/relationships/diagramQuickStyle" Target="../diagrams/quickStyle11.xml"/><Relationship Id="rId4" Type="http://schemas.openxmlformats.org/officeDocument/2006/relationships/diagramColors" Target="../diagrams/colors11.xml"/><Relationship Id="rId5" Type="http://schemas.microsoft.com/office/2007/relationships/diagramDrawing" Target="../diagrams/drawing11.xml"/><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diagramData" Target="../diagrams/data12.xml"/><Relationship Id="rId2" Type="http://schemas.openxmlformats.org/officeDocument/2006/relationships/diagramLayout" Target="../diagrams/layout12.xml"/><Relationship Id="rId3" Type="http://schemas.openxmlformats.org/officeDocument/2006/relationships/diagramQuickStyle" Target="../diagrams/quickStyle12.xml"/><Relationship Id="rId4" Type="http://schemas.openxmlformats.org/officeDocument/2006/relationships/diagramColors" Target="../diagrams/colors12.xml"/><Relationship Id="rId5" Type="http://schemas.microsoft.com/office/2007/relationships/diagramDrawing" Target="../diagrams/drawing12.xml"/><Relationship Id="rId6" Type="http://schemas.openxmlformats.org/officeDocument/2006/relationships/image" Target="../media/image32.jpeg"/><Relationship Id="rId7"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diagramData" Target="../diagrams/data13.xml"/><Relationship Id="rId2" Type="http://schemas.openxmlformats.org/officeDocument/2006/relationships/diagramLayout" Target="../diagrams/layout13.xml"/><Relationship Id="rId3" Type="http://schemas.openxmlformats.org/officeDocument/2006/relationships/diagramQuickStyle" Target="../diagrams/quickStyle13.xml"/><Relationship Id="rId4" Type="http://schemas.openxmlformats.org/officeDocument/2006/relationships/diagramColors" Target="../diagrams/colors13.xml"/><Relationship Id="rId5" Type="http://schemas.microsoft.com/office/2007/relationships/diagramDrawing" Target="../diagrams/drawing13.xml"/><Relationship Id="rId6" Type="http://schemas.openxmlformats.org/officeDocument/2006/relationships/image" Target="../media/image33.png"/><Relationship Id="rId7" Type="http://schemas.openxmlformats.org/officeDocument/2006/relationships/image" Target="../media/image34.jpeg"/><Relationship Id="rId8" Type="http://schemas.openxmlformats.org/officeDocument/2006/relationships/image" Target="../media/image35.jpeg"/><Relationship Id="rId9"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6.xml"/>
</Relationships>
</file>

<file path=ppt/slides/_rels/slide21.xml.rels><?xml version="1.0" encoding="UTF-8"?>
<Relationships xmlns="http://schemas.openxmlformats.org/package/2006/relationships"><Relationship Id="rId1" Type="http://schemas.openxmlformats.org/officeDocument/2006/relationships/hyperlink" Target="https://fhvs.info/pen-and-paper-das-erste-treffen/" TargetMode="External"/><Relationship Id="rId2" Type="http://schemas.openxmlformats.org/officeDocument/2006/relationships/hyperlink" Target="https://de.dreamstime.com/illustration/wegweiser.html" TargetMode="External"/><Relationship Id="rId3" Type="http://schemas.openxmlformats.org/officeDocument/2006/relationships/hyperlink" Target="https://www.nuget.org/profiles/aspnet" TargetMode="External"/><Relationship Id="rId4" Type="http://schemas.openxmlformats.org/officeDocument/2006/relationships/hyperlink" Target="https://www.executivewomanmedia.com/shortcuts-how-to-set-clear-goals/" TargetMode="External"/><Relationship Id="rId5" Type="http://schemas.openxmlformats.org/officeDocument/2006/relationships/hyperlink" Target="https://www.ultimatewb.com/blog/1751/can-html-css-and-javascript-create-a-website/" TargetMode="External"/><Relationship Id="rId6" Type="http://schemas.openxmlformats.org/officeDocument/2006/relationships/hyperlink" Target="https://de.wikipedia.org/wiki/C-Sharp" TargetMode="External"/><Relationship Id="rId7" Type="http://schemas.openxmlformats.org/officeDocument/2006/relationships/hyperlink" Target="https://www.istockphoto.com/de/vektor/deadline-benachrichtigung-ereignis-erinnerung-auf-kalender-vektor-flache-cartoon-gm1223979431-359717034" TargetMode="External"/><Relationship Id="rId8" Type="http://schemas.openxmlformats.org/officeDocument/2006/relationships/hyperlink" Target="https://de.vecteezy.com/vektorkunst/8143497-aufgerolltes-massband-skizze-massband-nahen-handwerk-attribut-schneiderei-workshop-ausrustung-diat-gewichtsverlust-symbol-lange-grosse-messwerkzeug-profi-schneider-instrument" TargetMode="External"/><Relationship Id="rId9" Type="http://schemas.openxmlformats.org/officeDocument/2006/relationships/hyperlink" Target="https://de.freepik.com/vektoren-premium/bewerten-sie-uns-mit-balken-von-1-bis-10-vektorgrafik-im-flachen-design-isoliert-auf-weissem-hintergrund_69654283.htm" TargetMode="External"/><Relationship Id="rId10" Type="http://schemas.openxmlformats.org/officeDocument/2006/relationships/hyperlink" Target="https://de.vecteezy.com/vektorkunst/584225-vector-die-illustrationshande-die-zielflagge-auf-weissem-hintergrund-halten" TargetMode="External"/><Relationship Id="rId11" Type="http://schemas.openxmlformats.org/officeDocument/2006/relationships/hyperlink" Target="https://www.youtube.com/watch?v=Vkgjl0WELko&amp;t=1128s" TargetMode="External"/><Relationship Id="rId12" Type="http://schemas.openxmlformats.org/officeDocument/2006/relationships/hyperlink" Target="https://stock.adobe.com/de/search?k=vielen+dank+f&#252;r+ihre+aufmerksamkeit" TargetMode="External"/><Relationship Id="rId13" Type="http://schemas.openxmlformats.org/officeDocument/2006/relationships/hyperlink" Target="https://unsplash.com/de/s/fotos/herausforderungen" TargetMode="External"/><Relationship Id="rId14" Type="http://schemas.openxmlformats.org/officeDocument/2006/relationships/hyperlink" Target="https://brandpnglogo.com/sqlite" TargetMode="External"/><Relationship Id="rId15" Type="http://schemas.openxmlformats.org/officeDocument/2006/relationships/hyperlink" Target="https://imgs.search.brave.com/VdI-WGqhjzhVu7IYA7woG9taRSXtcJ2sYdQACLb25w8/rs:fit:860:0:0:0/g:ce/aHR0cHM6Ly90aHVt/YnMuZHJlYW1zdGlt/ZS5jb20vYi9wdXp6/bGVzcGllbC0zMDk4/ODk2OS5qcGc" TargetMode="External"/><Relationship Id="rId16" Type="http://schemas.openxmlformats.org/officeDocument/2006/relationships/hyperlink" Target="https://imgs.search.brave.com/WGzyP9LcE9K2fllzz9WkGEHdIFARIaXed8V6tR7uz0Y/rs:fit:860:0:0:0/g:ce/aHR0cHM6Ly9zdGF0/aWMudmVjdGVlenku/Y29tL3RpL2dyYXRp/cy12ZWt0b3IvdDIv/MTY4ODc0NzgtZ2Vz/dGUtb2theS1vZGVy/LWRhdW1lbi1ob2No/LWdyb3NzZS1nZWxi/ZS1lbW9qaS1oYW5k/LXZla3Rvci5qcGc" TargetMode="External"/><Relationship Id="rId17"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image" Target="../media/image37.jpeg"/><Relationship Id="rId2" Type="http://schemas.openxmlformats.org/officeDocument/2006/relationships/image" Target="../media/image38.png"/><Relationship Id="rId3"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1523880" y="1122480"/>
            <a:ext cx="9143280" cy="238680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lang="de-DE" sz="6000" b="0" u="none" strike="noStrike">
                <a:solidFill>
                  <a:schemeClr val="dk1"/>
                </a:solidFill>
                <a:effectLst/>
                <a:uFillTx/>
                <a:latin typeface="Arial Black"/>
              </a:rPr>
              <a:t>Meilensteine vom</a:t>
            </a:r>
            <a:br>
              <a:rPr sz="6000"/>
            </a:br>
            <a:r>
              <a:rPr lang="de-DE" sz="4400" b="0" u="none" strike="noStrike">
                <a:solidFill>
                  <a:schemeClr val="dk1"/>
                </a:solidFill>
                <a:effectLst/>
                <a:uFillTx/>
                <a:latin typeface="Arial Black"/>
              </a:rPr>
              <a:t>Pen-And-Paper Mgmt Tool</a:t>
            </a:r>
            <a:endParaRPr lang="de-DE" sz="4400" b="0" u="none" strike="noStrike">
              <a:solidFill>
                <a:schemeClr val="dk1"/>
              </a:solidFill>
              <a:effectLst/>
              <a:uFillTx/>
              <a:latin typeface="Calibri"/>
            </a:endParaRPr>
          </a:p>
        </p:txBody>
      </p:sp>
      <p:sp>
        <p:nvSpPr>
          <p:cNvPr id="78" name="PlaceHolder 2"/>
          <p:cNvSpPr>
            <a:spLocks noGrp="1"/>
          </p:cNvSpPr>
          <p:nvPr>
            <p:ph type="subTitle"/>
          </p:nvPr>
        </p:nvSpPr>
        <p:spPr>
          <a:xfrm>
            <a:off x="609480" y="1604520"/>
            <a:ext cx="10972080" cy="3976920"/>
          </a:xfrm>
          <a:prstGeom prst="rect">
            <a:avLst/>
          </a:prstGeom>
          <a:noFill/>
          <a:ln w="0">
            <a:noFill/>
          </a:ln>
        </p:spPr>
        <p:txBody>
          <a:bodyPr lIns="91440" rIns="91440" tIns="45720" bIns="45720" anchor="t">
            <a:noAutofit/>
          </a:bodyPr>
          <a:p>
            <a:pPr marL="228600" indent="0" algn="ctr" defTabSz="914400">
              <a:lnSpc>
                <a:spcPct val="90000"/>
              </a:lnSpc>
              <a:spcBef>
                <a:spcPts val="1001"/>
              </a:spcBef>
              <a:buNone/>
              <a:tabLst>
                <a:tab algn="l" pos="0"/>
              </a:tabLst>
            </a:pPr>
            <a:r>
              <a:rPr lang="de-DE" sz="2400" b="0" u="none" strike="noStrike">
                <a:solidFill>
                  <a:schemeClr val="dk1"/>
                </a:solidFill>
                <a:effectLst/>
                <a:uFillTx/>
                <a:latin typeface="Arial"/>
              </a:rPr>
              <a:t>Nelus Köchy – Elias Schmidt – Beat Höllwarth – Jason Lehmann</a:t>
            </a:r>
            <a:endParaRPr lang="de-DE" sz="2400" b="0" u="none" strike="noStrike">
              <a:solidFill>
                <a:srgbClr val="000000"/>
              </a:solidFill>
              <a:effectLst/>
              <a:uFillTx/>
              <a:latin typeface="Arial"/>
            </a:endParaRPr>
          </a:p>
        </p:txBody>
      </p:sp>
      <p:sp>
        <p:nvSpPr>
          <p:cNvPr id="79" name="Rechteck 3"/>
          <p:cNvSpPr/>
          <p:nvPr/>
        </p:nvSpPr>
        <p:spPr>
          <a:xfrm>
            <a:off x="746280" y="5467680"/>
            <a:ext cx="11018880" cy="811080"/>
          </a:xfrm>
          <a:prstGeom prst="rect">
            <a:avLst/>
          </a:prstGeom>
          <a:solidFill>
            <a:srgbClr val="ffffff"/>
          </a:solidFill>
          <a:ln>
            <a:solidFill>
              <a:srgbClr val="ffffff"/>
            </a:solidFill>
          </a:ln>
        </p:spPr>
        <p:style>
          <a:lnRef idx="2">
            <a:schemeClr val="dk1"/>
          </a:lnRef>
          <a:fillRef idx="1">
            <a:schemeClr val="lt1"/>
          </a:fillRef>
          <a:effectRef idx="0">
            <a:schemeClr val="dk1"/>
          </a:effectRef>
          <a:fontRef idx="minor"/>
        </p:style>
        <p:txBody>
          <a:bodyPr lIns="90000" rIns="90000" tIns="45000" bIns="45000" anchor="ctr">
            <a:noAutofit/>
          </a:bodyPr>
          <a:p>
            <a:pPr algn="ctr" defTabSz="914400">
              <a:lnSpc>
                <a:spcPct val="100000"/>
              </a:lnSpc>
            </a:pPr>
            <a:endParaRPr lang="de-DE"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Projekt</a:t>
            </a:r>
            <a:endParaRPr lang="de-DE" sz="4400" b="0" u="none" strike="noStrike">
              <a:solidFill>
                <a:schemeClr val="dk1"/>
              </a:solidFill>
              <a:effectLst/>
              <a:uFillTx/>
              <a:latin typeface="Calibri"/>
            </a:endParaRPr>
          </a:p>
        </p:txBody>
      </p:sp>
      <p:sp>
        <p:nvSpPr>
          <p:cNvPr id="81" name="PlaceHolder 2"/>
          <p:cNvSpPr>
            <a:spLocks noGrp="1"/>
          </p:cNvSpPr>
          <p:nvPr>
            <p:ph/>
          </p:nvPr>
        </p:nvSpPr>
        <p:spPr>
          <a:xfrm>
            <a:off x="838080" y="1825560"/>
            <a:ext cx="4917960" cy="38185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Tool zur Verwaltung von Pen-And-Paper-Games </a:t>
            </a:r>
            <a:endParaRPr lang="de-DE" sz="28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Besserer Spielfluss</a:t>
            </a:r>
            <a:endParaRPr lang="de-DE" sz="28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Selbsterdachte Spielmechaniken / Regelwerk </a:t>
            </a:r>
            <a:endParaRPr lang="de-DE" sz="2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de-DE" sz="2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de-DE" sz="28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de-DE" sz="2800" b="0" u="none" strike="noStrike">
              <a:solidFill>
                <a:schemeClr val="dk1"/>
              </a:solidFill>
              <a:effectLst/>
              <a:uFillTx/>
              <a:latin typeface="Calibri"/>
            </a:endParaRPr>
          </a:p>
        </p:txBody>
      </p:sp>
      <p:graphicFrame>
        <p:nvGraphicFramePr>
          <p:cNvPr id="82" name="Diagram1"/>
          <p:cNvGraphicFramePr/>
          <p:nvPr>
            <p:extLst>
              <p:ext uri="{D42A27DB-BD31-4B8C-83A1-F6EECF244321}">
                <p14:modId xmlns:p14="http://schemas.microsoft.com/office/powerpoint/2010/main" val="3373662897"/>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83" name="Grafik 7"/>
          <p:cNvPicPr/>
          <p:nvPr/>
        </p:nvPicPr>
        <p:blipFill>
          <a:blip r:embed="rId6"/>
          <a:stretch/>
        </p:blipFill>
        <p:spPr>
          <a:xfrm>
            <a:off x="5123880" y="1792080"/>
            <a:ext cx="6530040" cy="3572280"/>
          </a:xfrm>
          <a:prstGeom prst="rect">
            <a:avLst/>
          </a:prstGeom>
          <a:noFill/>
          <a:ln w="0">
            <a:noFill/>
          </a:ln>
          <a:effectLst>
            <a:softEdge rad="112680"/>
          </a:effectLst>
        </p:spPr>
      </p:pic>
      <p:sp>
        <p:nvSpPr>
          <p:cNvPr id="4" name="PlaceHolder 3"/>
          <p:cNvSpPr>
            <a:spLocks noGrp="1"/>
          </p:cNvSpPr>
          <p:nvPr>
            <p:ph type="ftr" idx="17"/>
          </p:nvPr>
        </p:nvSpPr>
        <p:spPr/>
        <p:txBody>
          <a:bodyPr/>
          <a:p>
            <a:r>
              <a:t>Nelus Köchy</a:t>
            </a:r>
          </a:p>
        </p:txBody>
      </p:sp>
      <p:sp>
        <p:nvSpPr>
          <p:cNvPr id="5" name="PlaceHolder 4"/>
          <p:cNvSpPr>
            <a:spLocks noGrp="1"/>
          </p:cNvSpPr>
          <p:nvPr>
            <p:ph type="sldNum" idx="18"/>
          </p:nvPr>
        </p:nvSpPr>
        <p:spPr/>
        <p:txBody>
          <a:bodyPr/>
          <a:p>
            <a:fld id="{A98E8B7D-CF0A-4E61-8C4A-D9942DBD9766}" type="slidenum">
              <a:t>2</a:t>
            </a:fld>
          </a:p>
        </p:txBody>
      </p:sp>
      <p:sp>
        <p:nvSpPr>
          <p:cNvPr id="6" name="PlaceHolder 5"/>
          <p:cNvSpPr>
            <a:spLocks noGrp="1"/>
          </p:cNvSpPr>
          <p:nvPr>
            <p:ph type="dt" idx="16"/>
          </p:nvPr>
        </p:nvSpPr>
        <p:spPr/>
        <p:txBody>
          <a:bodyPr/>
          <a:p>
            <a:fld id="{CDA57486-EFD7-4E70-A395-D80B620CE4FB}" type="datetime1">
              <a:rPr lang="de-DE"/>
              <a:t>20.04.2026</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Soll-Konzept</a:t>
            </a:r>
            <a:endParaRPr lang="de-DE" sz="4400" b="0" u="none" strike="noStrike">
              <a:solidFill>
                <a:schemeClr val="dk1"/>
              </a:solidFill>
              <a:effectLst/>
              <a:uFillTx/>
              <a:latin typeface="Calibri"/>
            </a:endParaRPr>
          </a:p>
        </p:txBody>
      </p:sp>
      <p:sp>
        <p:nvSpPr>
          <p:cNvPr id="85" name="PlaceHolder 2"/>
          <p:cNvSpPr>
            <a:spLocks noGrp="1"/>
          </p:cNvSpPr>
          <p:nvPr>
            <p:ph/>
          </p:nvPr>
        </p:nvSpPr>
        <p:spPr>
          <a:xfrm>
            <a:off x="838080" y="1825560"/>
            <a:ext cx="10514880" cy="3704760"/>
          </a:xfrm>
          <a:prstGeom prst="rect">
            <a:avLst/>
          </a:prstGeom>
          <a:noFill/>
          <a:ln w="0">
            <a:noFill/>
          </a:ln>
        </p:spPr>
        <p:txBody>
          <a:bodyPr lIns="91440" rIns="91440" tIns="45720" bIns="45720" anchor="t">
            <a:noAutofit/>
          </a:bodyPr>
          <a:p>
            <a:pPr indent="0">
              <a:lnSpc>
                <a:spcPct val="90000"/>
              </a:lnSpc>
              <a:spcBef>
                <a:spcPts val="1417"/>
              </a:spcBef>
              <a:buNone/>
            </a:pPr>
            <a:endParaRPr lang="de-DE" sz="1800" b="0" u="none" strike="noStrike">
              <a:solidFill>
                <a:schemeClr val="dk1"/>
              </a:solidFill>
              <a:effectLst/>
              <a:uFillTx/>
              <a:latin typeface="Calibri"/>
            </a:endParaRPr>
          </a:p>
        </p:txBody>
      </p:sp>
      <p:graphicFrame>
        <p:nvGraphicFramePr>
          <p:cNvPr id="86" name="Diagram2"/>
          <p:cNvGraphicFramePr/>
          <p:nvPr>
            <p:extLst>
              <p:ext uri="{D42A27DB-BD31-4B8C-83A1-F6EECF244321}">
                <p14:modId xmlns:p14="http://schemas.microsoft.com/office/powerpoint/2010/main" val="2635200651"/>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87" name="Grafik 10"/>
          <p:cNvPicPr/>
          <p:nvPr/>
        </p:nvPicPr>
        <p:blipFill>
          <a:blip r:embed="rId6"/>
          <a:stretch/>
        </p:blipFill>
        <p:spPr>
          <a:xfrm>
            <a:off x="5564880" y="1822680"/>
            <a:ext cx="5623560" cy="3704760"/>
          </a:xfrm>
          <a:prstGeom prst="rect">
            <a:avLst/>
          </a:prstGeom>
          <a:noFill/>
          <a:ln w="0">
            <a:noFill/>
          </a:ln>
          <a:effectLst>
            <a:outerShdw algn="tl" blurRad="291960" dir="2700000" dist="139498" rotWithShape="0">
              <a:srgbClr val="333333">
                <a:alpha val="65000"/>
              </a:srgbClr>
            </a:outerShdw>
          </a:effectLst>
        </p:spPr>
      </p:pic>
      <p:sp>
        <p:nvSpPr>
          <p:cNvPr id="88" name="PlaceHolder 2"/>
          <p:cNvSpPr/>
          <p:nvPr/>
        </p:nvSpPr>
        <p:spPr>
          <a:xfrm>
            <a:off x="838080" y="1825560"/>
            <a:ext cx="6361560" cy="3818520"/>
          </a:xfrm>
          <a:prstGeom prst="rect">
            <a:avLst/>
          </a:prstGeom>
          <a:noFill/>
          <a:ln w="0">
            <a:noFill/>
          </a:ln>
        </p:spPr>
        <p:style>
          <a:lnRef idx="0"/>
          <a:fillRef idx="0"/>
          <a:effectRef idx="0"/>
          <a:fontRef idx="minor"/>
        </p:style>
        <p:txBody>
          <a:bodyPr anchor="t">
            <a:noAutofit/>
          </a:bodyPr>
          <a:p>
            <a:pPr marL="108000" defTabSz="914400">
              <a:lnSpc>
                <a:spcPct val="90000"/>
              </a:lnSpc>
              <a:spcBef>
                <a:spcPts val="1417"/>
              </a:spcBef>
            </a:pPr>
            <a:r>
              <a:rPr lang="de-DE" sz="2800" b="1" u="none" strike="noStrike">
                <a:solidFill>
                  <a:schemeClr val="dk1"/>
                </a:solidFill>
                <a:effectLst/>
                <a:uFillTx/>
                <a:latin typeface="Arial"/>
              </a:rPr>
              <a:t>Spielerverwaltung</a:t>
            </a:r>
            <a:endParaRPr lang="de-DE" sz="28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Charakterdaten</a:t>
            </a:r>
            <a:endParaRPr lang="de-DE" sz="24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Eigenschaften</a:t>
            </a:r>
            <a:endParaRPr lang="de-DE" sz="24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Fähigkeiten</a:t>
            </a:r>
            <a:endParaRPr lang="de-DE" sz="24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Inventar</a:t>
            </a:r>
            <a:endParaRPr lang="de-DE" sz="2400" b="0" u="none" strike="noStrike">
              <a:solidFill>
                <a:srgbClr val="000000"/>
              </a:solidFill>
              <a:effectLst/>
              <a:uFillTx/>
              <a:latin typeface="Arial"/>
            </a:endParaRPr>
          </a:p>
          <a:p>
            <a:pPr defTabSz="914400">
              <a:lnSpc>
                <a:spcPct val="100000"/>
              </a:lnSpc>
              <a:spcBef>
                <a:spcPts val="1417"/>
              </a:spcBef>
            </a:pPr>
            <a:endParaRPr lang="de-DE" sz="100" b="0" u="none" strike="noStrike">
              <a:solidFill>
                <a:srgbClr val="000000"/>
              </a:solidFill>
              <a:effectLst/>
              <a:uFillTx/>
              <a:latin typeface="Arial"/>
            </a:endParaRPr>
          </a:p>
        </p:txBody>
      </p:sp>
      <p:sp>
        <p:nvSpPr>
          <p:cNvPr id="4" name="PlaceHolder 3"/>
          <p:cNvSpPr>
            <a:spLocks noGrp="1"/>
          </p:cNvSpPr>
          <p:nvPr>
            <p:ph type="ftr" idx="17"/>
          </p:nvPr>
        </p:nvSpPr>
        <p:spPr/>
        <p:txBody>
          <a:bodyPr/>
          <a:p>
            <a:r>
              <a:t>Nelus Köchy</a:t>
            </a:r>
          </a:p>
        </p:txBody>
      </p:sp>
      <p:sp>
        <p:nvSpPr>
          <p:cNvPr id="5" name="PlaceHolder 4"/>
          <p:cNvSpPr>
            <a:spLocks noGrp="1"/>
          </p:cNvSpPr>
          <p:nvPr>
            <p:ph type="sldNum" idx="18"/>
          </p:nvPr>
        </p:nvSpPr>
        <p:spPr/>
        <p:txBody>
          <a:bodyPr/>
          <a:p>
            <a:fld id="{4074AC74-C40B-46D9-90F9-D7B44E54739D}" type="slidenum">
              <a:t>3</a:t>
            </a:fld>
          </a:p>
        </p:txBody>
      </p:sp>
      <p:sp>
        <p:nvSpPr>
          <p:cNvPr id="6" name="PlaceHolder 5"/>
          <p:cNvSpPr>
            <a:spLocks noGrp="1"/>
          </p:cNvSpPr>
          <p:nvPr>
            <p:ph type="dt" idx="16"/>
          </p:nvPr>
        </p:nvSpPr>
        <p:spPr/>
        <p:txBody>
          <a:bodyPr/>
          <a:p>
            <a:fld id="{37998F58-BEAD-4AC9-9FF0-7AC1DDA937F6}" type="datetime1">
              <a:rPr lang="de-DE"/>
              <a:t>20.04.2026</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Soll-Konzept</a:t>
            </a:r>
            <a:endParaRPr lang="de-DE" sz="4400" b="0" u="none" strike="noStrike">
              <a:solidFill>
                <a:schemeClr val="dk1"/>
              </a:solidFill>
              <a:effectLst/>
              <a:uFillTx/>
              <a:latin typeface="Calibri"/>
            </a:endParaRPr>
          </a:p>
        </p:txBody>
      </p:sp>
      <p:pic>
        <p:nvPicPr>
          <p:cNvPr id="90" name="Grafik 8"/>
          <p:cNvPicPr/>
          <p:nvPr/>
        </p:nvPicPr>
        <p:blipFill>
          <a:blip r:embed="rId1"/>
          <a:stretch/>
        </p:blipFill>
        <p:spPr>
          <a:xfrm>
            <a:off x="5505840" y="1825560"/>
            <a:ext cx="4975200" cy="3642480"/>
          </a:xfrm>
          <a:prstGeom prst="rect">
            <a:avLst/>
          </a:prstGeom>
          <a:noFill/>
          <a:ln w="0">
            <a:noFill/>
          </a:ln>
          <a:effectLst>
            <a:outerShdw algn="tl" blurRad="291960" dir="2700000" dist="139498" rotWithShape="0">
              <a:srgbClr val="333333">
                <a:alpha val="65000"/>
              </a:srgbClr>
            </a:outerShdw>
          </a:effectLst>
        </p:spPr>
      </p:pic>
      <p:graphicFrame>
        <p:nvGraphicFramePr>
          <p:cNvPr id="91" name="Diagram3"/>
          <p:cNvGraphicFramePr/>
          <p:nvPr>
            <p:extLst>
              <p:ext uri="{D42A27DB-BD31-4B8C-83A1-F6EECF244321}">
                <p14:modId xmlns:p14="http://schemas.microsoft.com/office/powerpoint/2010/main" val="2539362239"/>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2" name="PlaceHolder 2"/>
          <p:cNvSpPr/>
          <p:nvPr/>
        </p:nvSpPr>
        <p:spPr>
          <a:xfrm>
            <a:off x="838080" y="1825560"/>
            <a:ext cx="6361560" cy="3818520"/>
          </a:xfrm>
          <a:prstGeom prst="rect">
            <a:avLst/>
          </a:prstGeom>
          <a:noFill/>
          <a:ln w="0">
            <a:noFill/>
          </a:ln>
        </p:spPr>
        <p:style>
          <a:lnRef idx="0"/>
          <a:fillRef idx="0"/>
          <a:effectRef idx="0"/>
          <a:fontRef idx="minor"/>
        </p:style>
        <p:txBody>
          <a:bodyPr anchor="t">
            <a:noAutofit/>
          </a:bodyPr>
          <a:p>
            <a:pPr marL="108000" defTabSz="914400">
              <a:lnSpc>
                <a:spcPct val="90000"/>
              </a:lnSpc>
              <a:spcBef>
                <a:spcPts val="1417"/>
              </a:spcBef>
            </a:pPr>
            <a:r>
              <a:rPr lang="de-DE" sz="2800" b="1" u="none" strike="noStrike">
                <a:solidFill>
                  <a:schemeClr val="dk1"/>
                </a:solidFill>
                <a:effectLst/>
                <a:uFillTx/>
                <a:latin typeface="Arial"/>
              </a:rPr>
              <a:t>Berechnungen</a:t>
            </a:r>
            <a:r>
              <a:rPr lang="de-DE" sz="2600" b="1" u="none" strike="noStrike">
                <a:solidFill>
                  <a:schemeClr val="dk1"/>
                </a:solidFill>
                <a:effectLst/>
                <a:uFillTx/>
                <a:latin typeface="Arial"/>
              </a:rPr>
              <a:t> </a:t>
            </a:r>
            <a:endParaRPr lang="de-DE" sz="26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Kampfsystem</a:t>
            </a:r>
            <a:endParaRPr lang="de-DE" sz="24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Skills</a:t>
            </a:r>
            <a:endParaRPr lang="de-DE" sz="2400" b="0" u="none" strike="noStrike">
              <a:solidFill>
                <a:srgbClr val="000000"/>
              </a:solidFill>
              <a:effectLst/>
              <a:uFillTx/>
              <a:latin typeface="Arial"/>
            </a:endParaRPr>
          </a:p>
          <a:p>
            <a:pPr marL="565200" defTabSz="914400">
              <a:lnSpc>
                <a:spcPct val="100000"/>
              </a:lnSpc>
              <a:spcBef>
                <a:spcPts val="1417"/>
              </a:spcBef>
            </a:pPr>
            <a:endParaRPr lang="de-DE" sz="2400" b="0" u="none" strike="noStrike">
              <a:solidFill>
                <a:srgbClr val="000000"/>
              </a:solidFill>
              <a:effectLst/>
              <a:uFillTx/>
              <a:latin typeface="Arial"/>
            </a:endParaRPr>
          </a:p>
          <a:p>
            <a:pPr defTabSz="914400">
              <a:lnSpc>
                <a:spcPct val="100000"/>
              </a:lnSpc>
              <a:spcBef>
                <a:spcPts val="1417"/>
              </a:spcBef>
            </a:pPr>
            <a:endParaRPr lang="de-DE" sz="100" b="0" u="none" strike="noStrike">
              <a:solidFill>
                <a:srgbClr val="000000"/>
              </a:solidFill>
              <a:effectLst/>
              <a:uFillTx/>
              <a:latin typeface="Arial"/>
            </a:endParaRPr>
          </a:p>
        </p:txBody>
      </p:sp>
      <p:pic>
        <p:nvPicPr>
          <p:cNvPr id="93" name="Picture 2" descr="Das erste Treffen - Pen and Paper - Förderverein der Herigoyen-Volksschule"/>
          <p:cNvPicPr/>
          <p:nvPr/>
        </p:nvPicPr>
        <p:blipFill>
          <a:blip r:embed="rId7"/>
          <a:stretch/>
        </p:blipFill>
        <p:spPr>
          <a:xfrm>
            <a:off x="1285920" y="3735000"/>
            <a:ext cx="3076200" cy="1571040"/>
          </a:xfrm>
          <a:prstGeom prst="rect">
            <a:avLst/>
          </a:prstGeom>
          <a:noFill/>
          <a:ln w="0">
            <a:noFill/>
          </a:ln>
        </p:spPr>
      </p:pic>
      <p:sp>
        <p:nvSpPr>
          <p:cNvPr id="3" name="PlaceHolder 2"/>
          <p:cNvSpPr>
            <a:spLocks noGrp="1"/>
          </p:cNvSpPr>
          <p:nvPr>
            <p:ph type="ftr" idx="17"/>
          </p:nvPr>
        </p:nvSpPr>
        <p:spPr/>
        <p:txBody>
          <a:bodyPr/>
          <a:p>
            <a:r>
              <a:t>Nelus Köchy</a:t>
            </a:r>
          </a:p>
        </p:txBody>
      </p:sp>
      <p:sp>
        <p:nvSpPr>
          <p:cNvPr id="4" name="PlaceHolder 3"/>
          <p:cNvSpPr>
            <a:spLocks noGrp="1"/>
          </p:cNvSpPr>
          <p:nvPr>
            <p:ph type="sldNum" idx="18"/>
          </p:nvPr>
        </p:nvSpPr>
        <p:spPr/>
        <p:txBody>
          <a:bodyPr/>
          <a:p>
            <a:fld id="{1363ABF2-A30A-480B-8AEB-082E2D2D7985}" type="slidenum">
              <a:t>4</a:t>
            </a:fld>
          </a:p>
        </p:txBody>
      </p:sp>
      <p:sp>
        <p:nvSpPr>
          <p:cNvPr id="5" name="PlaceHolder 4"/>
          <p:cNvSpPr>
            <a:spLocks noGrp="1"/>
          </p:cNvSpPr>
          <p:nvPr>
            <p:ph type="dt" idx="16"/>
          </p:nvPr>
        </p:nvSpPr>
        <p:spPr/>
        <p:txBody>
          <a:bodyPr/>
          <a:p>
            <a:fld id="{DDDB18DE-5931-492B-8808-8FC86E1F3AE6}" type="datetime1">
              <a:rPr lang="de-DE"/>
              <a:t>20.04.2026</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Soll-Konzept</a:t>
            </a:r>
            <a:endParaRPr lang="de-DE" sz="4400" b="0" u="none" strike="noStrike">
              <a:solidFill>
                <a:schemeClr val="dk1"/>
              </a:solidFill>
              <a:effectLst/>
              <a:uFillTx/>
              <a:latin typeface="Calibri"/>
            </a:endParaRPr>
          </a:p>
        </p:txBody>
      </p:sp>
      <p:graphicFrame>
        <p:nvGraphicFramePr>
          <p:cNvPr id="95" name="Diagram4"/>
          <p:cNvGraphicFramePr/>
          <p:nvPr>
            <p:extLst>
              <p:ext uri="{D42A27DB-BD31-4B8C-83A1-F6EECF244321}">
                <p14:modId xmlns:p14="http://schemas.microsoft.com/office/powerpoint/2010/main" val="222807585"/>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96" name="PlaceHolder 2"/>
          <p:cNvSpPr/>
          <p:nvPr/>
        </p:nvSpPr>
        <p:spPr>
          <a:xfrm>
            <a:off x="838080" y="1825560"/>
            <a:ext cx="6361560" cy="3818520"/>
          </a:xfrm>
          <a:prstGeom prst="rect">
            <a:avLst/>
          </a:prstGeom>
          <a:noFill/>
          <a:ln w="0">
            <a:noFill/>
          </a:ln>
        </p:spPr>
        <p:style>
          <a:lnRef idx="0"/>
          <a:fillRef idx="0"/>
          <a:effectRef idx="0"/>
          <a:fontRef idx="minor"/>
        </p:style>
        <p:txBody>
          <a:bodyPr anchor="t">
            <a:noAutofit/>
          </a:bodyPr>
          <a:p>
            <a:pPr marL="108000" defTabSz="914400">
              <a:lnSpc>
                <a:spcPct val="90000"/>
              </a:lnSpc>
              <a:spcBef>
                <a:spcPts val="1417"/>
              </a:spcBef>
            </a:pPr>
            <a:r>
              <a:rPr lang="de-DE" sz="2800" b="1" u="none" strike="noStrike">
                <a:solidFill>
                  <a:schemeClr val="dk1"/>
                </a:solidFill>
                <a:effectLst/>
                <a:uFillTx/>
                <a:latin typeface="Arial"/>
              </a:rPr>
              <a:t>Benutzeroberfläche</a:t>
            </a:r>
            <a:r>
              <a:rPr lang="de-DE" sz="2600" b="1" u="none" strike="noStrike">
                <a:solidFill>
                  <a:schemeClr val="dk1"/>
                </a:solidFill>
                <a:effectLst/>
                <a:uFillTx/>
                <a:latin typeface="Arial"/>
              </a:rPr>
              <a:t> </a:t>
            </a:r>
            <a:endParaRPr lang="de-DE" sz="26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Stimmiges Design</a:t>
            </a:r>
            <a:endParaRPr lang="de-DE" sz="24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Übersichtliche Menüführung</a:t>
            </a:r>
            <a:endParaRPr lang="de-DE" sz="2400" b="0" u="none" strike="noStrike">
              <a:solidFill>
                <a:srgbClr val="000000"/>
              </a:solidFill>
              <a:effectLst/>
              <a:uFillTx/>
              <a:latin typeface="Arial"/>
            </a:endParaRPr>
          </a:p>
          <a:p>
            <a:pPr marL="889200" lvl="1"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Barrierefrei</a:t>
            </a:r>
            <a:endParaRPr lang="de-DE" sz="2400" b="0" u="none" strike="noStrike">
              <a:solidFill>
                <a:srgbClr val="000000"/>
              </a:solidFill>
              <a:effectLst/>
              <a:uFillTx/>
              <a:latin typeface="Arial"/>
            </a:endParaRPr>
          </a:p>
          <a:p>
            <a:pPr defTabSz="914400">
              <a:lnSpc>
                <a:spcPct val="100000"/>
              </a:lnSpc>
              <a:spcBef>
                <a:spcPts val="1417"/>
              </a:spcBef>
            </a:pPr>
            <a:endParaRPr lang="de-DE" sz="2400" b="0" u="none" strike="noStrike">
              <a:solidFill>
                <a:srgbClr val="000000"/>
              </a:solidFill>
              <a:effectLst/>
              <a:uFillTx/>
              <a:latin typeface="Arial"/>
            </a:endParaRPr>
          </a:p>
          <a:p>
            <a:pPr defTabSz="914400">
              <a:lnSpc>
                <a:spcPct val="100000"/>
              </a:lnSpc>
              <a:spcBef>
                <a:spcPts val="1417"/>
              </a:spcBef>
            </a:pPr>
            <a:endParaRPr lang="de-DE" sz="2400" b="0" u="none" strike="noStrike">
              <a:solidFill>
                <a:srgbClr val="000000"/>
              </a:solidFill>
              <a:effectLst/>
              <a:uFillTx/>
              <a:latin typeface="Arial"/>
            </a:endParaRPr>
          </a:p>
          <a:p>
            <a:pPr marL="565200" defTabSz="914400">
              <a:lnSpc>
                <a:spcPct val="100000"/>
              </a:lnSpc>
              <a:spcBef>
                <a:spcPts val="1417"/>
              </a:spcBef>
            </a:pPr>
            <a:endParaRPr lang="de-DE" sz="2400" b="0" u="none" strike="noStrike">
              <a:solidFill>
                <a:srgbClr val="000000"/>
              </a:solidFill>
              <a:effectLst/>
              <a:uFillTx/>
              <a:latin typeface="Arial"/>
            </a:endParaRPr>
          </a:p>
          <a:p>
            <a:pPr defTabSz="914400">
              <a:lnSpc>
                <a:spcPct val="100000"/>
              </a:lnSpc>
              <a:spcBef>
                <a:spcPts val="1417"/>
              </a:spcBef>
            </a:pPr>
            <a:endParaRPr lang="de-DE" sz="100" b="0" u="none" strike="noStrike">
              <a:solidFill>
                <a:srgbClr val="000000"/>
              </a:solidFill>
              <a:effectLst/>
              <a:uFillTx/>
              <a:latin typeface="Arial"/>
            </a:endParaRPr>
          </a:p>
        </p:txBody>
      </p:sp>
      <p:pic>
        <p:nvPicPr>
          <p:cNvPr id="97" name="Picture 4" descr="Barrierefreiheit - Definition &amp; Bedeutung"/>
          <p:cNvPicPr/>
          <p:nvPr/>
        </p:nvPicPr>
        <p:blipFill>
          <a:blip r:embed="rId6"/>
          <a:stretch/>
        </p:blipFill>
        <p:spPr>
          <a:xfrm>
            <a:off x="3580920" y="3386880"/>
            <a:ext cx="2257200" cy="2257200"/>
          </a:xfrm>
          <a:prstGeom prst="rect">
            <a:avLst/>
          </a:prstGeom>
          <a:noFill/>
          <a:ln w="0">
            <a:noFill/>
          </a:ln>
        </p:spPr>
      </p:pic>
      <p:pic>
        <p:nvPicPr>
          <p:cNvPr id="98" name="Grafik 6"/>
          <p:cNvPicPr/>
          <p:nvPr/>
        </p:nvPicPr>
        <p:blipFill>
          <a:blip r:embed="rId7"/>
          <a:stretch/>
        </p:blipFill>
        <p:spPr>
          <a:xfrm>
            <a:off x="6261120" y="971640"/>
            <a:ext cx="4593240" cy="4774320"/>
          </a:xfrm>
          <a:prstGeom prst="rect">
            <a:avLst/>
          </a:prstGeom>
          <a:noFill/>
          <a:ln w="0">
            <a:noFill/>
          </a:ln>
          <a:effectLst>
            <a:softEdge rad="112680"/>
          </a:effectLst>
        </p:spPr>
      </p:pic>
      <p:sp>
        <p:nvSpPr>
          <p:cNvPr id="3" name="PlaceHolder 2"/>
          <p:cNvSpPr>
            <a:spLocks noGrp="1"/>
          </p:cNvSpPr>
          <p:nvPr>
            <p:ph type="ftr" idx="17"/>
          </p:nvPr>
        </p:nvSpPr>
        <p:spPr/>
        <p:txBody>
          <a:bodyPr/>
          <a:p>
            <a:r>
              <a:t>Nelus Köchy</a:t>
            </a:r>
          </a:p>
        </p:txBody>
      </p:sp>
      <p:sp>
        <p:nvSpPr>
          <p:cNvPr id="4" name="PlaceHolder 3"/>
          <p:cNvSpPr>
            <a:spLocks noGrp="1"/>
          </p:cNvSpPr>
          <p:nvPr>
            <p:ph type="sldNum" idx="18"/>
          </p:nvPr>
        </p:nvSpPr>
        <p:spPr/>
        <p:txBody>
          <a:bodyPr/>
          <a:p>
            <a:fld id="{3AF2AA80-F92F-4960-A557-B63619ADEA82}" type="slidenum">
              <a:t>5</a:t>
            </a:fld>
          </a:p>
        </p:txBody>
      </p:sp>
      <p:sp>
        <p:nvSpPr>
          <p:cNvPr id="5" name="PlaceHolder 4"/>
          <p:cNvSpPr>
            <a:spLocks noGrp="1"/>
          </p:cNvSpPr>
          <p:nvPr>
            <p:ph type="dt" idx="16"/>
          </p:nvPr>
        </p:nvSpPr>
        <p:spPr/>
        <p:txBody>
          <a:bodyPr/>
          <a:p>
            <a:fld id="{26A5C969-EE85-48B7-A0B3-9A087550C41F}" type="datetime1">
              <a:rPr lang="de-DE"/>
              <a:t>20.04.2026</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Soll-Konzept</a:t>
            </a:r>
            <a:endParaRPr lang="de-DE" sz="4400" b="0" u="none" strike="noStrike">
              <a:solidFill>
                <a:schemeClr val="dk1"/>
              </a:solidFill>
              <a:effectLst/>
              <a:uFillTx/>
              <a:latin typeface="Calibri"/>
            </a:endParaRPr>
          </a:p>
        </p:txBody>
      </p:sp>
      <p:graphicFrame>
        <p:nvGraphicFramePr>
          <p:cNvPr id="100" name="Diagram5"/>
          <p:cNvGraphicFramePr/>
          <p:nvPr>
            <p:extLst>
              <p:ext uri="{D42A27DB-BD31-4B8C-83A1-F6EECF244321}">
                <p14:modId xmlns:p14="http://schemas.microsoft.com/office/powerpoint/2010/main" val="520110030"/>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1" name="PlaceHolder 2"/>
          <p:cNvSpPr/>
          <p:nvPr/>
        </p:nvSpPr>
        <p:spPr>
          <a:xfrm>
            <a:off x="838080" y="1825560"/>
            <a:ext cx="6361560" cy="3818520"/>
          </a:xfrm>
          <a:prstGeom prst="rect">
            <a:avLst/>
          </a:prstGeom>
          <a:noFill/>
          <a:ln w="0">
            <a:noFill/>
          </a:ln>
        </p:spPr>
        <p:style>
          <a:lnRef idx="0"/>
          <a:fillRef idx="0"/>
          <a:effectRef idx="0"/>
          <a:fontRef idx="minor"/>
        </p:style>
        <p:txBody>
          <a:bodyPr anchor="t">
            <a:noAutofit/>
          </a:bodyPr>
          <a:p>
            <a:pPr marL="108000" defTabSz="914400">
              <a:lnSpc>
                <a:spcPct val="90000"/>
              </a:lnSpc>
              <a:spcBef>
                <a:spcPts val="1417"/>
              </a:spcBef>
            </a:pPr>
            <a:r>
              <a:rPr lang="de-DE" sz="2600" b="1" u="none" strike="noStrike">
                <a:solidFill>
                  <a:schemeClr val="dk1"/>
                </a:solidFill>
                <a:effectLst/>
                <a:uFillTx/>
                <a:latin typeface="Arial"/>
              </a:rPr>
              <a:t>Systemstruktur </a:t>
            </a:r>
            <a:endParaRPr lang="de-DE" sz="2600" b="0" u="none" strike="noStrike">
              <a:solidFill>
                <a:srgbClr val="000000"/>
              </a:solidFill>
              <a:effectLst/>
              <a:uFillTx/>
              <a:latin typeface="Arial"/>
            </a:endParaRPr>
          </a:p>
          <a:p>
            <a:pPr marL="565200" defTabSz="914400">
              <a:lnSpc>
                <a:spcPct val="100000"/>
              </a:lnSpc>
              <a:spcBef>
                <a:spcPts val="1417"/>
              </a:spcBef>
            </a:pPr>
            <a:r>
              <a:rPr lang="de-DE" sz="2400" b="1" u="none" strike="noStrike">
                <a:solidFill>
                  <a:schemeClr val="dk1"/>
                </a:solidFill>
                <a:effectLst/>
                <a:uFillTx/>
                <a:latin typeface="Arial"/>
              </a:rPr>
              <a:t>Frontend</a:t>
            </a:r>
            <a:r>
              <a:rPr lang="de-DE" sz="2400" b="0" u="none" strike="noStrike">
                <a:solidFill>
                  <a:schemeClr val="dk1"/>
                </a:solidFill>
                <a:effectLst/>
                <a:uFillTx/>
                <a:latin typeface="Arial"/>
              </a:rPr>
              <a:t> </a:t>
            </a:r>
            <a:endParaRPr lang="de-DE" sz="2400" b="0" u="none" strike="noStrike">
              <a:solidFill>
                <a:srgbClr val="000000"/>
              </a:solidFill>
              <a:effectLst/>
              <a:uFillTx/>
              <a:latin typeface="Arial"/>
            </a:endParaRPr>
          </a:p>
          <a:p>
            <a:pPr marL="1346400" lvl="2"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HTML</a:t>
            </a:r>
            <a:endParaRPr lang="de-DE" sz="2400" b="0" u="none" strike="noStrike">
              <a:solidFill>
                <a:srgbClr val="000000"/>
              </a:solidFill>
              <a:effectLst/>
              <a:uFillTx/>
              <a:latin typeface="Arial"/>
            </a:endParaRPr>
          </a:p>
          <a:p>
            <a:pPr marL="1346400" lvl="2"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CSS  </a:t>
            </a:r>
            <a:endParaRPr lang="de-DE" sz="2400" b="0" u="none" strike="noStrike">
              <a:solidFill>
                <a:srgbClr val="000000"/>
              </a:solidFill>
              <a:effectLst/>
              <a:uFillTx/>
              <a:latin typeface="Arial"/>
            </a:endParaRPr>
          </a:p>
          <a:p>
            <a:pPr marL="565200" defTabSz="914400">
              <a:lnSpc>
                <a:spcPct val="100000"/>
              </a:lnSpc>
              <a:spcBef>
                <a:spcPts val="1417"/>
              </a:spcBef>
            </a:pPr>
            <a:r>
              <a:rPr lang="de-DE" sz="2400" b="1" u="none" strike="noStrike">
                <a:solidFill>
                  <a:schemeClr val="dk1"/>
                </a:solidFill>
                <a:effectLst/>
                <a:uFillTx/>
                <a:latin typeface="Arial"/>
              </a:rPr>
              <a:t>Backend</a:t>
            </a:r>
            <a:endParaRPr lang="de-DE" sz="2400" b="0" u="none" strike="noStrike">
              <a:solidFill>
                <a:srgbClr val="000000"/>
              </a:solidFill>
              <a:effectLst/>
              <a:uFillTx/>
              <a:latin typeface="Arial"/>
            </a:endParaRPr>
          </a:p>
          <a:p>
            <a:pPr marL="1346400" lvl="2" indent="-324000" defTabSz="914400">
              <a:lnSpc>
                <a:spcPct val="100000"/>
              </a:lnSpc>
              <a:spcBef>
                <a:spcPts val="1417"/>
              </a:spcBef>
              <a:buClr>
                <a:srgbClr val="000000"/>
              </a:buClr>
              <a:buSzPct val="45000"/>
              <a:buFont typeface="Wingdings" charset="2"/>
              <a:buChar char=""/>
            </a:pPr>
            <a:r>
              <a:rPr lang="de-DE" sz="2400" b="0" u="none" strike="noStrike">
                <a:solidFill>
                  <a:schemeClr val="dk1"/>
                </a:solidFill>
                <a:effectLst/>
                <a:uFillTx/>
                <a:latin typeface="Arial"/>
              </a:rPr>
              <a:t> C#  </a:t>
            </a:r>
            <a:endParaRPr lang="de-DE" sz="2400" b="0" u="none" strike="noStrike">
              <a:solidFill>
                <a:srgbClr val="000000"/>
              </a:solidFill>
              <a:effectLst/>
              <a:uFillTx/>
              <a:latin typeface="Arial"/>
            </a:endParaRPr>
          </a:p>
          <a:p>
            <a:pPr defTabSz="914400">
              <a:lnSpc>
                <a:spcPct val="100000"/>
              </a:lnSpc>
              <a:spcBef>
                <a:spcPts val="1417"/>
              </a:spcBef>
            </a:pPr>
            <a:endParaRPr lang="de-DE" sz="2400" b="0" u="none" strike="noStrike">
              <a:solidFill>
                <a:srgbClr val="000000"/>
              </a:solidFill>
              <a:effectLst/>
              <a:uFillTx/>
              <a:latin typeface="Arial"/>
            </a:endParaRPr>
          </a:p>
          <a:p>
            <a:pPr defTabSz="914400">
              <a:lnSpc>
                <a:spcPct val="100000"/>
              </a:lnSpc>
              <a:spcBef>
                <a:spcPts val="1417"/>
              </a:spcBef>
            </a:pPr>
            <a:endParaRPr lang="de-DE" sz="2400" b="0" u="none" strike="noStrike">
              <a:solidFill>
                <a:srgbClr val="000000"/>
              </a:solidFill>
              <a:effectLst/>
              <a:uFillTx/>
              <a:latin typeface="Arial"/>
            </a:endParaRPr>
          </a:p>
          <a:p>
            <a:pPr marL="565200" defTabSz="914400">
              <a:lnSpc>
                <a:spcPct val="100000"/>
              </a:lnSpc>
              <a:spcBef>
                <a:spcPts val="1417"/>
              </a:spcBef>
            </a:pPr>
            <a:endParaRPr lang="de-DE" sz="2400" b="0" u="none" strike="noStrike">
              <a:solidFill>
                <a:srgbClr val="000000"/>
              </a:solidFill>
              <a:effectLst/>
              <a:uFillTx/>
              <a:latin typeface="Arial"/>
            </a:endParaRPr>
          </a:p>
          <a:p>
            <a:pPr defTabSz="914400">
              <a:lnSpc>
                <a:spcPct val="100000"/>
              </a:lnSpc>
              <a:spcBef>
                <a:spcPts val="1417"/>
              </a:spcBef>
            </a:pPr>
            <a:endParaRPr lang="de-DE" sz="100" b="0" u="none" strike="noStrike">
              <a:solidFill>
                <a:srgbClr val="000000"/>
              </a:solidFill>
              <a:effectLst/>
              <a:uFillTx/>
              <a:latin typeface="Arial"/>
            </a:endParaRPr>
          </a:p>
        </p:txBody>
      </p:sp>
      <p:pic>
        <p:nvPicPr>
          <p:cNvPr id="102" name="Picture 2" descr="C-Sharp – Wikipedia"/>
          <p:cNvPicPr/>
          <p:nvPr/>
        </p:nvPicPr>
        <p:blipFill>
          <a:blip r:embed="rId6"/>
          <a:stretch/>
        </p:blipFill>
        <p:spPr>
          <a:xfrm>
            <a:off x="6603840" y="3283560"/>
            <a:ext cx="2411640" cy="2411640"/>
          </a:xfrm>
          <a:prstGeom prst="rect">
            <a:avLst/>
          </a:prstGeom>
          <a:noFill/>
          <a:ln w="0">
            <a:noFill/>
          </a:ln>
        </p:spPr>
      </p:pic>
      <p:pic>
        <p:nvPicPr>
          <p:cNvPr id="103" name="Picture 4" descr="Can HTML, CSS and JavaScript create a website? | UltimateWB Blog | Web  Design Tips, News &amp; Insights"/>
          <p:cNvPicPr/>
          <p:nvPr/>
        </p:nvPicPr>
        <p:blipFill>
          <a:blip r:embed="rId7"/>
          <a:stretch/>
        </p:blipFill>
        <p:spPr>
          <a:xfrm>
            <a:off x="5542560" y="834120"/>
            <a:ext cx="4534200" cy="2514960"/>
          </a:xfrm>
          <a:prstGeom prst="rect">
            <a:avLst/>
          </a:prstGeom>
          <a:noFill/>
          <a:ln w="0">
            <a:noFill/>
          </a:ln>
        </p:spPr>
      </p:pic>
      <p:sp>
        <p:nvSpPr>
          <p:cNvPr id="104" name="Rechteck 2"/>
          <p:cNvSpPr/>
          <p:nvPr/>
        </p:nvSpPr>
        <p:spPr>
          <a:xfrm>
            <a:off x="7077240" y="552600"/>
            <a:ext cx="1532880" cy="2266560"/>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de-DE" sz="1800" b="0" u="none" strike="noStrike">
              <a:solidFill>
                <a:schemeClr val="lt1"/>
              </a:solidFill>
              <a:effectLst/>
              <a:uFillTx/>
              <a:latin typeface="Calibri"/>
            </a:endParaRPr>
          </a:p>
        </p:txBody>
      </p:sp>
      <p:sp>
        <p:nvSpPr>
          <p:cNvPr id="3" name="PlaceHolder 2"/>
          <p:cNvSpPr>
            <a:spLocks noGrp="1"/>
          </p:cNvSpPr>
          <p:nvPr>
            <p:ph type="ftr" idx="17"/>
          </p:nvPr>
        </p:nvSpPr>
        <p:spPr/>
        <p:txBody>
          <a:bodyPr/>
          <a:p>
            <a:r>
              <a:t>Nelus Köchy</a:t>
            </a:r>
          </a:p>
        </p:txBody>
      </p:sp>
      <p:sp>
        <p:nvSpPr>
          <p:cNvPr id="4" name="PlaceHolder 3"/>
          <p:cNvSpPr>
            <a:spLocks noGrp="1"/>
          </p:cNvSpPr>
          <p:nvPr>
            <p:ph type="sldNum" idx="18"/>
          </p:nvPr>
        </p:nvSpPr>
        <p:spPr/>
        <p:txBody>
          <a:bodyPr/>
          <a:p>
            <a:fld id="{A36EC8E9-2A85-44D1-8BE4-7C0AC8117335}" type="slidenum">
              <a:t>6</a:t>
            </a:fld>
          </a:p>
        </p:txBody>
      </p:sp>
      <p:sp>
        <p:nvSpPr>
          <p:cNvPr id="5" name="PlaceHolder 4"/>
          <p:cNvSpPr>
            <a:spLocks noGrp="1"/>
          </p:cNvSpPr>
          <p:nvPr>
            <p:ph type="dt" idx="16"/>
          </p:nvPr>
        </p:nvSpPr>
        <p:spPr/>
        <p:txBody>
          <a:bodyPr/>
          <a:p>
            <a:fld id="{40AD8AA5-C5B3-49C1-B1F9-8581D4368940}" type="datetime1">
              <a:rPr lang="de-DE"/>
              <a:t>20.04.2026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726156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sp>
        <p:nvSpPr>
          <p:cNvPr id="106" name="PlaceHolder 2"/>
          <p:cNvSpPr>
            <a:spLocks noGrp="1"/>
          </p:cNvSpPr>
          <p:nvPr>
            <p:ph/>
          </p:nvPr>
        </p:nvSpPr>
        <p:spPr>
          <a:xfrm>
            <a:off x="838080" y="1825560"/>
            <a:ext cx="10514880" cy="3818520"/>
          </a:xfrm>
          <a:prstGeom prst="rect">
            <a:avLst/>
          </a:prstGeom>
          <a:noFill/>
          <a:ln w="0">
            <a:noFill/>
          </a:ln>
        </p:spPr>
        <p:txBody>
          <a:bodyPr lIns="91440" rIns="91440" tIns="45720" bIns="45720" anchor="t">
            <a:noAutofit/>
          </a:bodyPr>
          <a:p>
            <a:pPr marL="108000" indent="0" defTabSz="914400">
              <a:lnSpc>
                <a:spcPct val="90000"/>
              </a:lnSpc>
              <a:spcBef>
                <a:spcPts val="1417"/>
              </a:spcBef>
              <a:buNone/>
            </a:pPr>
            <a:r>
              <a:rPr lang="de-DE" sz="2800" b="1" u="none" strike="noStrike">
                <a:solidFill>
                  <a:schemeClr val="dk1"/>
                </a:solidFill>
                <a:effectLst/>
                <a:uFillTx/>
                <a:latin typeface="Arial"/>
              </a:rPr>
              <a:t>Was bereits umgesetzt wurde:</a:t>
            </a:r>
            <a:br>
              <a:rPr sz="2800"/>
            </a:br>
            <a:endParaRPr lang="de-DE" sz="28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Einbindung von .net Razor Pages</a:t>
            </a:r>
            <a:endParaRPr lang="de-DE" sz="24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Erstellung von SQLite-Datenbank</a:t>
            </a:r>
            <a:endParaRPr lang="de-DE" sz="24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Datenmodell mit Entitys</a:t>
            </a:r>
            <a:endParaRPr lang="de-DE" sz="24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Responsives und Barrierefreies Layout</a:t>
            </a:r>
            <a:endParaRPr lang="de-DE" sz="24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Datei-Handling</a:t>
            </a:r>
            <a:endParaRPr lang="de-DE" sz="2400" b="0" u="none" strike="noStrike">
              <a:solidFill>
                <a:schemeClr val="dk1"/>
              </a:solidFill>
              <a:effectLst/>
              <a:uFillTx/>
              <a:latin typeface="Calibri"/>
            </a:endParaRPr>
          </a:p>
        </p:txBody>
      </p:sp>
      <p:pic>
        <p:nvPicPr>
          <p:cNvPr id="107" name="Grafik 80"/>
          <p:cNvPicPr/>
          <p:nvPr/>
        </p:nvPicPr>
        <p:blipFill>
          <a:blip r:embed="rId1"/>
          <a:stretch/>
        </p:blipFill>
        <p:spPr>
          <a:xfrm>
            <a:off x="7068240" y="2674800"/>
            <a:ext cx="3258360" cy="3267000"/>
          </a:xfrm>
          <a:prstGeom prst="rect">
            <a:avLst/>
          </a:prstGeom>
          <a:noFill/>
          <a:ln w="0">
            <a:noFill/>
          </a:ln>
        </p:spPr>
      </p:pic>
      <p:graphicFrame>
        <p:nvGraphicFramePr>
          <p:cNvPr id="108" name="Diagram6"/>
          <p:cNvGraphicFramePr/>
          <p:nvPr>
            <p:extLst>
              <p:ext uri="{D42A27DB-BD31-4B8C-83A1-F6EECF244321}">
                <p14:modId xmlns:p14="http://schemas.microsoft.com/office/powerpoint/2010/main" val="1083026812"/>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9" name="Grafik 8"/>
          <p:cNvPicPr/>
          <p:nvPr/>
        </p:nvPicPr>
        <p:blipFill>
          <a:blip r:embed="rId7"/>
          <a:stretch/>
        </p:blipFill>
        <p:spPr>
          <a:xfrm>
            <a:off x="8152920" y="782280"/>
            <a:ext cx="3076200" cy="3076200"/>
          </a:xfrm>
          <a:prstGeom prst="rect">
            <a:avLst/>
          </a:prstGeom>
          <a:noFill/>
          <a:ln w="0">
            <a:noFill/>
          </a:ln>
        </p:spPr>
      </p:pic>
      <p:sp>
        <p:nvSpPr>
          <p:cNvPr id="4" name="PlaceHolder 3"/>
          <p:cNvSpPr>
            <a:spLocks noGrp="1"/>
          </p:cNvSpPr>
          <p:nvPr>
            <p:ph type="ftr" idx="17"/>
          </p:nvPr>
        </p:nvSpPr>
        <p:spPr/>
        <p:txBody>
          <a:bodyPr/>
          <a:p>
            <a:r>
              <a:t>Elias Schmidt &amp; Beat Höllwarth </a:t>
            </a:r>
          </a:p>
        </p:txBody>
      </p:sp>
      <p:sp>
        <p:nvSpPr>
          <p:cNvPr id="5" name="PlaceHolder 4"/>
          <p:cNvSpPr>
            <a:spLocks noGrp="1"/>
          </p:cNvSpPr>
          <p:nvPr>
            <p:ph type="sldNum" idx="18"/>
          </p:nvPr>
        </p:nvSpPr>
        <p:spPr/>
        <p:txBody>
          <a:bodyPr/>
          <a:p>
            <a:fld id="{06142491-614C-4F4F-A9C6-96FA4722EFFA}" type="slidenum">
              <a:t>7</a:t>
            </a:fld>
          </a:p>
        </p:txBody>
      </p:sp>
      <p:sp>
        <p:nvSpPr>
          <p:cNvPr id="6" name="PlaceHolder 5"/>
          <p:cNvSpPr>
            <a:spLocks noGrp="1"/>
          </p:cNvSpPr>
          <p:nvPr>
            <p:ph type="dt" idx="16"/>
          </p:nvPr>
        </p:nvSpPr>
        <p:spPr/>
        <p:txBody>
          <a:bodyPr/>
          <a:p>
            <a:fld id="{106C48D5-A623-40D8-9CD4-8570B9A5F524}" type="datetime1">
              <a:rPr lang="de-DE"/>
              <a:t>20.04.2026</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sp>
        <p:nvSpPr>
          <p:cNvPr id="111" name="PlaceHolder 2"/>
          <p:cNvSpPr>
            <a:spLocks noGrp="1"/>
          </p:cNvSpPr>
          <p:nvPr>
            <p:ph/>
          </p:nvPr>
        </p:nvSpPr>
        <p:spPr>
          <a:xfrm>
            <a:off x="838080" y="1825560"/>
            <a:ext cx="10514880" cy="3818520"/>
          </a:xfrm>
          <a:prstGeom prst="rect">
            <a:avLst/>
          </a:prstGeom>
          <a:noFill/>
          <a:ln w="0">
            <a:noFill/>
          </a:ln>
        </p:spPr>
        <p:txBody>
          <a:bodyPr lIns="91440" rIns="91440" tIns="45720" bIns="45720" anchor="t">
            <a:noAutofit/>
          </a:bodyPr>
          <a:p>
            <a:pPr marL="432000" indent="-324000" defTabSz="914400">
              <a:lnSpc>
                <a:spcPct val="90000"/>
              </a:lnSpc>
              <a:spcBef>
                <a:spcPts val="1417"/>
              </a:spcBef>
              <a:buClr>
                <a:srgbClr val="000000"/>
              </a:buClr>
              <a:buSzPct val="45000"/>
              <a:buFont typeface="Wingdings" charset="2"/>
              <a:buChar char=""/>
            </a:pPr>
            <a:r>
              <a:rPr lang="de-DE" sz="2800" b="1" u="none" strike="noStrike">
                <a:solidFill>
                  <a:schemeClr val="dk1"/>
                </a:solidFill>
                <a:effectLst/>
                <a:uFillTx/>
                <a:latin typeface="Arial"/>
              </a:rPr>
              <a:t>Herausforderungen</a:t>
            </a:r>
            <a:r>
              <a:rPr lang="de-DE" sz="2800" b="0" u="none" strike="noStrike">
                <a:solidFill>
                  <a:schemeClr val="dk1"/>
                </a:solidFill>
                <a:effectLst/>
                <a:uFillTx/>
                <a:latin typeface="Arial"/>
              </a:rPr>
              <a:t>: </a:t>
            </a:r>
            <a:endParaRPr lang="de-DE" sz="28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Zeitmanagement bei komplexeren Aufgaben</a:t>
            </a:r>
            <a:endParaRPr lang="de-DE" sz="24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Erstellung eines Datenbankmodells</a:t>
            </a:r>
            <a:endParaRPr lang="de-DE" sz="24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Kommunikation</a:t>
            </a:r>
            <a:endParaRPr lang="de-DE" sz="2400" b="0" u="none" strike="noStrike">
              <a:solidFill>
                <a:schemeClr val="dk1"/>
              </a:solidFill>
              <a:effectLst/>
              <a:uFillTx/>
              <a:latin typeface="Calibri"/>
            </a:endParaRPr>
          </a:p>
          <a:p>
            <a:pPr marL="432000" indent="-324000" defTabSz="914400">
              <a:lnSpc>
                <a:spcPct val="90000"/>
              </a:lnSpc>
              <a:spcBef>
                <a:spcPts val="1417"/>
              </a:spcBef>
              <a:buClr>
                <a:srgbClr val="000000"/>
              </a:buClr>
              <a:buSzPct val="45000"/>
              <a:buFont typeface="Wingdings" charset="2"/>
              <a:buChar char=""/>
            </a:pPr>
            <a:r>
              <a:rPr lang="de-DE" sz="2800" b="1" u="none" strike="noStrike">
                <a:solidFill>
                  <a:schemeClr val="dk1"/>
                </a:solidFill>
                <a:effectLst/>
                <a:uFillTx/>
                <a:latin typeface="Arial"/>
              </a:rPr>
              <a:t>Was lief gut:</a:t>
            </a:r>
            <a:endParaRPr lang="de-DE" sz="28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Schnelle Einarbeitung in neue Technologien</a:t>
            </a:r>
            <a:endParaRPr lang="de-DE" sz="2400" b="0" u="none" strike="noStrike">
              <a:solidFill>
                <a:schemeClr val="dk1"/>
              </a:solidFill>
              <a:effectLst/>
              <a:uFillTx/>
              <a:latin typeface="Calibri"/>
            </a:endParaRPr>
          </a:p>
          <a:p>
            <a:pPr marL="883080" lvl="1" indent="-343080" defTabSz="914400">
              <a:lnSpc>
                <a:spcPct val="90000"/>
              </a:lnSpc>
              <a:spcBef>
                <a:spcPts val="1134"/>
              </a:spcBef>
              <a:buClr>
                <a:srgbClr val="000000"/>
              </a:buClr>
              <a:buSzPct val="75000"/>
              <a:buFont typeface="Arial"/>
              <a:buChar char="•"/>
            </a:pPr>
            <a:r>
              <a:rPr lang="de-DE" sz="2400" b="0" u="none" strike="noStrike">
                <a:solidFill>
                  <a:schemeClr val="dk1"/>
                </a:solidFill>
                <a:effectLst/>
                <a:uFillTx/>
                <a:latin typeface="Arial"/>
              </a:rPr>
              <a:t>Erstellung der Grundstruktur</a:t>
            </a:r>
            <a:endParaRPr lang="de-DE" sz="2400" b="0" u="none" strike="noStrike">
              <a:solidFill>
                <a:schemeClr val="dk1"/>
              </a:solidFill>
              <a:effectLst/>
              <a:uFillTx/>
              <a:latin typeface="Calibri"/>
            </a:endParaRPr>
          </a:p>
        </p:txBody>
      </p:sp>
      <p:pic>
        <p:nvPicPr>
          <p:cNvPr id="112" name="Grafik 90"/>
          <p:cNvPicPr/>
          <p:nvPr/>
        </p:nvPicPr>
        <p:blipFill>
          <a:blip r:embed="rId1"/>
          <a:srcRect l="0" t="0" r="-287" b="37531"/>
          <a:stretch/>
        </p:blipFill>
        <p:spPr>
          <a:xfrm>
            <a:off x="875880" y="1872360"/>
            <a:ext cx="366840" cy="323280"/>
          </a:xfrm>
          <a:prstGeom prst="rect">
            <a:avLst/>
          </a:prstGeom>
          <a:noFill/>
          <a:ln w="0">
            <a:noFill/>
          </a:ln>
        </p:spPr>
      </p:pic>
      <p:pic>
        <p:nvPicPr>
          <p:cNvPr id="113" name="Grafik 91"/>
          <p:cNvPicPr/>
          <p:nvPr/>
        </p:nvPicPr>
        <p:blipFill>
          <a:blip r:embed="rId2"/>
          <a:stretch/>
        </p:blipFill>
        <p:spPr>
          <a:xfrm>
            <a:off x="757440" y="3735000"/>
            <a:ext cx="603360" cy="553680"/>
          </a:xfrm>
          <a:prstGeom prst="rect">
            <a:avLst/>
          </a:prstGeom>
          <a:noFill/>
          <a:ln w="0">
            <a:noFill/>
          </a:ln>
        </p:spPr>
      </p:pic>
      <p:graphicFrame>
        <p:nvGraphicFramePr>
          <p:cNvPr id="114" name="Diagram7"/>
          <p:cNvGraphicFramePr/>
          <p:nvPr>
            <p:extLst>
              <p:ext uri="{D42A27DB-BD31-4B8C-83A1-F6EECF244321}">
                <p14:modId xmlns:p14="http://schemas.microsoft.com/office/powerpoint/2010/main" val="2775241724"/>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5" name="Grafik 6"/>
          <p:cNvPicPr/>
          <p:nvPr/>
        </p:nvPicPr>
        <p:blipFill>
          <a:blip r:embed="rId8"/>
          <a:stretch/>
        </p:blipFill>
        <p:spPr>
          <a:xfrm>
            <a:off x="7928640" y="2531880"/>
            <a:ext cx="3928680" cy="2208240"/>
          </a:xfrm>
          <a:prstGeom prst="rect">
            <a:avLst/>
          </a:prstGeom>
          <a:noFill/>
          <a:ln w="0">
            <a:noFill/>
          </a:ln>
          <a:effectLst>
            <a:softEdge rad="112680"/>
          </a:effectLst>
        </p:spPr>
      </p:pic>
      <p:sp>
        <p:nvSpPr>
          <p:cNvPr id="4" name="PlaceHolder 3"/>
          <p:cNvSpPr>
            <a:spLocks noGrp="1"/>
          </p:cNvSpPr>
          <p:nvPr>
            <p:ph type="ftr" idx="17"/>
          </p:nvPr>
        </p:nvSpPr>
        <p:spPr/>
        <p:txBody>
          <a:bodyPr/>
          <a:p>
            <a:r>
              <a:t>Elias Schmidt &amp; Beat Höllwarth </a:t>
            </a:r>
          </a:p>
        </p:txBody>
      </p:sp>
      <p:sp>
        <p:nvSpPr>
          <p:cNvPr id="5" name="PlaceHolder 4"/>
          <p:cNvSpPr>
            <a:spLocks noGrp="1"/>
          </p:cNvSpPr>
          <p:nvPr>
            <p:ph type="sldNum" idx="18"/>
          </p:nvPr>
        </p:nvSpPr>
        <p:spPr/>
        <p:txBody>
          <a:bodyPr/>
          <a:p>
            <a:fld id="{376F1879-0F85-46A6-B671-1930FEB585BA}" type="slidenum">
              <a:t>8</a:t>
            </a:fld>
          </a:p>
        </p:txBody>
      </p:sp>
      <p:sp>
        <p:nvSpPr>
          <p:cNvPr id="6" name="PlaceHolder 5"/>
          <p:cNvSpPr>
            <a:spLocks noGrp="1"/>
          </p:cNvSpPr>
          <p:nvPr>
            <p:ph type="dt" idx="16"/>
          </p:nvPr>
        </p:nvSpPr>
        <p:spPr/>
        <p:txBody>
          <a:bodyPr/>
          <a:p>
            <a:fld id="{28B5354A-145D-4B66-884A-76FEEB3B3E10}" type="datetime1">
              <a:rPr lang="de-DE"/>
              <a:t>20.04.2026</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sp>
        <p:nvSpPr>
          <p:cNvPr id="117" name="PlaceHolder 2"/>
          <p:cNvSpPr>
            <a:spLocks noGrp="1"/>
          </p:cNvSpPr>
          <p:nvPr>
            <p:ph/>
          </p:nvPr>
        </p:nvSpPr>
        <p:spPr>
          <a:xfrm>
            <a:off x="838080" y="1825560"/>
            <a:ext cx="6837840" cy="3701880"/>
          </a:xfrm>
          <a:prstGeom prst="rect">
            <a:avLst/>
          </a:prstGeom>
          <a:noFill/>
          <a:ln w="0">
            <a:noFill/>
          </a:ln>
        </p:spPr>
        <p:txBody>
          <a:bodyPr lIns="91440" rIns="91440" tIns="45720" bIns="45720" anchor="t">
            <a:noAutofit/>
          </a:bodyPr>
          <a:p>
            <a:pPr marL="108000" indent="0" defTabSz="914400">
              <a:lnSpc>
                <a:spcPct val="90000"/>
              </a:lnSpc>
              <a:spcBef>
                <a:spcPts val="1417"/>
              </a:spcBef>
              <a:buNone/>
            </a:pPr>
            <a:r>
              <a:rPr lang="de-DE" sz="2800" b="1" u="none" strike="noStrike">
                <a:solidFill>
                  <a:schemeClr val="dk1"/>
                </a:solidFill>
                <a:effectLst/>
                <a:uFillTx/>
                <a:latin typeface="Arial"/>
              </a:rPr>
              <a:t>Festgelegte Deadlines</a:t>
            </a:r>
            <a:br>
              <a:rPr sz="2800"/>
            </a:br>
            <a:endParaRPr lang="de-DE" sz="28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09.03 eine Funktionierende Website</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16.03 Inventar &amp; Vollständige Charaktererstellung</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13.04 Passendes / Barrierefreies Design</a:t>
            </a:r>
            <a:endParaRPr lang="de-DE" sz="2400" b="0" u="none" strike="noStrike">
              <a:solidFill>
                <a:schemeClr val="dk1"/>
              </a:solidFill>
              <a:effectLst/>
              <a:uFillTx/>
              <a:latin typeface="Calibri"/>
            </a:endParaRPr>
          </a:p>
        </p:txBody>
      </p:sp>
      <p:graphicFrame>
        <p:nvGraphicFramePr>
          <p:cNvPr id="118" name="Diagram8"/>
          <p:cNvGraphicFramePr/>
          <p:nvPr>
            <p:extLst>
              <p:ext uri="{D42A27DB-BD31-4B8C-83A1-F6EECF244321}">
                <p14:modId xmlns:p14="http://schemas.microsoft.com/office/powerpoint/2010/main" val="1933785525"/>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19" name="Grafik 92"/>
          <p:cNvPicPr/>
          <p:nvPr/>
        </p:nvPicPr>
        <p:blipFill>
          <a:blip r:embed="rId6"/>
          <a:stretch/>
        </p:blipFill>
        <p:spPr>
          <a:xfrm>
            <a:off x="7365960" y="1908720"/>
            <a:ext cx="3877920" cy="2742480"/>
          </a:xfrm>
          <a:prstGeom prst="rect">
            <a:avLst/>
          </a:prstGeom>
          <a:noFill/>
          <a:ln w="0">
            <a:noFill/>
          </a:ln>
        </p:spPr>
      </p:pic>
      <p:sp>
        <p:nvSpPr>
          <p:cNvPr id="4" name="PlaceHolder 3"/>
          <p:cNvSpPr>
            <a:spLocks noGrp="1"/>
          </p:cNvSpPr>
          <p:nvPr>
            <p:ph type="ftr" idx="17"/>
          </p:nvPr>
        </p:nvSpPr>
        <p:spPr/>
        <p:txBody>
          <a:bodyPr/>
          <a:p>
            <a:r>
              <a:t>Elias Schmidt &amp; Beat Höllwarth </a:t>
            </a:r>
          </a:p>
        </p:txBody>
      </p:sp>
      <p:sp>
        <p:nvSpPr>
          <p:cNvPr id="5" name="PlaceHolder 4"/>
          <p:cNvSpPr>
            <a:spLocks noGrp="1"/>
          </p:cNvSpPr>
          <p:nvPr>
            <p:ph type="sldNum" idx="18"/>
          </p:nvPr>
        </p:nvSpPr>
        <p:spPr/>
        <p:txBody>
          <a:bodyPr/>
          <a:p>
            <a:fld id="{DCEBBCBD-9F80-4994-90AA-33A7B0874175}" type="slidenum">
              <a:t>9</a:t>
            </a:fld>
          </a:p>
        </p:txBody>
      </p:sp>
      <p:sp>
        <p:nvSpPr>
          <p:cNvPr id="6" name="PlaceHolder 5"/>
          <p:cNvSpPr>
            <a:spLocks noGrp="1"/>
          </p:cNvSpPr>
          <p:nvPr>
            <p:ph type="dt" idx="16"/>
          </p:nvPr>
        </p:nvSpPr>
        <p:spPr/>
        <p:txBody>
          <a:bodyPr/>
          <a:p>
            <a:fld id="{CDD71842-E4B9-402F-B641-01F954489E76}" type="datetime1">
              <a:rPr lang="de-DE"/>
              <a:t>20.04.2026</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graphicFrame>
        <p:nvGraphicFramePr>
          <p:cNvPr id="121" name="Diagram9"/>
          <p:cNvGraphicFramePr/>
          <p:nvPr>
            <p:extLst>
              <p:ext uri="{D42A27DB-BD31-4B8C-83A1-F6EECF244321}">
                <p14:modId xmlns:p14="http://schemas.microsoft.com/office/powerpoint/2010/main" val="2356596187"/>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22" name="Grafik 22"/>
          <p:cNvPicPr/>
          <p:nvPr/>
        </p:nvPicPr>
        <p:blipFill>
          <a:blip r:embed="rId6"/>
          <a:stretch/>
        </p:blipFill>
        <p:spPr>
          <a:xfrm>
            <a:off x="300600" y="2203920"/>
            <a:ext cx="5194080" cy="2449440"/>
          </a:xfrm>
          <a:prstGeom prst="rect">
            <a:avLst/>
          </a:prstGeom>
          <a:noFill/>
          <a:ln w="0">
            <a:noFill/>
          </a:ln>
        </p:spPr>
      </p:pic>
      <p:pic>
        <p:nvPicPr>
          <p:cNvPr id="123" name="Grafik 24"/>
          <p:cNvPicPr/>
          <p:nvPr/>
        </p:nvPicPr>
        <p:blipFill>
          <a:blip r:embed="rId7"/>
          <a:stretch/>
        </p:blipFill>
        <p:spPr>
          <a:xfrm>
            <a:off x="5650200" y="2945880"/>
            <a:ext cx="6240960" cy="2460240"/>
          </a:xfrm>
          <a:prstGeom prst="rect">
            <a:avLst/>
          </a:prstGeom>
          <a:noFill/>
          <a:ln w="0">
            <a:noFill/>
          </a:ln>
        </p:spPr>
      </p:pic>
      <p:pic>
        <p:nvPicPr>
          <p:cNvPr id="124" name="Grafik 26"/>
          <p:cNvPicPr/>
          <p:nvPr/>
        </p:nvPicPr>
        <p:blipFill>
          <a:blip r:embed="rId8"/>
          <a:stretch/>
        </p:blipFill>
        <p:spPr>
          <a:xfrm>
            <a:off x="5378400" y="307440"/>
            <a:ext cx="5022720" cy="2162520"/>
          </a:xfrm>
          <a:prstGeom prst="rect">
            <a:avLst/>
          </a:prstGeom>
          <a:noFill/>
          <a:ln w="0">
            <a:noFill/>
          </a:ln>
        </p:spPr>
      </p:pic>
      <p:sp>
        <p:nvSpPr>
          <p:cNvPr id="3" name="PlaceHolder 2"/>
          <p:cNvSpPr>
            <a:spLocks noGrp="1"/>
          </p:cNvSpPr>
          <p:nvPr>
            <p:ph type="ftr" idx="17"/>
          </p:nvPr>
        </p:nvSpPr>
        <p:spPr/>
        <p:txBody>
          <a:bodyPr/>
          <a:p>
            <a:r>
              <a:t>Elias Schmidt &amp; Beat Höllwarth </a:t>
            </a:r>
          </a:p>
        </p:txBody>
      </p:sp>
      <p:sp>
        <p:nvSpPr>
          <p:cNvPr id="4" name="PlaceHolder 3"/>
          <p:cNvSpPr>
            <a:spLocks noGrp="1"/>
          </p:cNvSpPr>
          <p:nvPr>
            <p:ph type="sldNum" idx="18"/>
          </p:nvPr>
        </p:nvSpPr>
        <p:spPr/>
        <p:txBody>
          <a:bodyPr/>
          <a:p>
            <a:fld id="{B4D1560F-E4F2-4971-A076-569D7BA7FF4B}" type="slidenum">
              <a:t>10</a:t>
            </a:fld>
          </a:p>
        </p:txBody>
      </p:sp>
      <p:sp>
        <p:nvSpPr>
          <p:cNvPr id="5" name="PlaceHolder 4"/>
          <p:cNvSpPr>
            <a:spLocks noGrp="1"/>
          </p:cNvSpPr>
          <p:nvPr>
            <p:ph type="dt" idx="16"/>
          </p:nvPr>
        </p:nvSpPr>
        <p:spPr/>
        <p:txBody>
          <a:bodyPr/>
          <a:p>
            <a:fld id="{7FEB5C97-4777-4743-9068-36E10F6CD91F}" type="datetime1">
              <a:rPr lang="de-DE"/>
              <a:t>20.04.2026</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graphicFrame>
        <p:nvGraphicFramePr>
          <p:cNvPr id="126" name="Diagram10"/>
          <p:cNvGraphicFramePr/>
          <p:nvPr>
            <p:extLst>
              <p:ext uri="{D42A27DB-BD31-4B8C-83A1-F6EECF244321}">
                <p14:modId xmlns:p14="http://schemas.microsoft.com/office/powerpoint/2010/main" val="1069506040"/>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27" name="Grafik 8"/>
          <p:cNvPicPr/>
          <p:nvPr/>
        </p:nvPicPr>
        <p:blipFill>
          <a:blip r:embed="rId6"/>
          <a:stretch/>
        </p:blipFill>
        <p:spPr>
          <a:xfrm>
            <a:off x="360360" y="2421000"/>
            <a:ext cx="3918600" cy="3109680"/>
          </a:xfrm>
          <a:prstGeom prst="rect">
            <a:avLst/>
          </a:prstGeom>
          <a:noFill/>
          <a:ln w="0">
            <a:noFill/>
          </a:ln>
        </p:spPr>
      </p:pic>
      <p:pic>
        <p:nvPicPr>
          <p:cNvPr id="128" name="Grafik 10"/>
          <p:cNvPicPr/>
          <p:nvPr/>
        </p:nvPicPr>
        <p:blipFill>
          <a:blip r:embed="rId7"/>
          <a:stretch/>
        </p:blipFill>
        <p:spPr>
          <a:xfrm>
            <a:off x="5287680" y="735840"/>
            <a:ext cx="4694040" cy="2162880"/>
          </a:xfrm>
          <a:prstGeom prst="rect">
            <a:avLst/>
          </a:prstGeom>
          <a:noFill/>
          <a:ln w="0">
            <a:noFill/>
          </a:ln>
        </p:spPr>
      </p:pic>
      <p:pic>
        <p:nvPicPr>
          <p:cNvPr id="129" name="Grafik 12"/>
          <p:cNvPicPr/>
          <p:nvPr/>
        </p:nvPicPr>
        <p:blipFill>
          <a:blip r:embed="rId8"/>
          <a:stretch/>
        </p:blipFill>
        <p:spPr>
          <a:xfrm>
            <a:off x="8152920" y="3323880"/>
            <a:ext cx="3524040" cy="2240280"/>
          </a:xfrm>
          <a:prstGeom prst="rect">
            <a:avLst/>
          </a:prstGeom>
          <a:noFill/>
          <a:ln w="0">
            <a:noFill/>
          </a:ln>
        </p:spPr>
      </p:pic>
      <p:pic>
        <p:nvPicPr>
          <p:cNvPr id="130" name="Grafik 14"/>
          <p:cNvPicPr/>
          <p:nvPr/>
        </p:nvPicPr>
        <p:blipFill>
          <a:blip r:embed="rId9"/>
          <a:stretch/>
        </p:blipFill>
        <p:spPr>
          <a:xfrm>
            <a:off x="4840920" y="3469320"/>
            <a:ext cx="2804760" cy="2094480"/>
          </a:xfrm>
          <a:prstGeom prst="rect">
            <a:avLst/>
          </a:prstGeom>
          <a:noFill/>
          <a:ln w="0">
            <a:noFill/>
          </a:ln>
        </p:spPr>
      </p:pic>
      <p:sp>
        <p:nvSpPr>
          <p:cNvPr id="131" name="Textfeld 15"/>
          <p:cNvSpPr/>
          <p:nvPr/>
        </p:nvSpPr>
        <p:spPr>
          <a:xfrm>
            <a:off x="247680" y="2051640"/>
            <a:ext cx="317412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800" b="0" u="none" strike="noStrike">
                <a:solidFill>
                  <a:schemeClr val="dk1"/>
                </a:solidFill>
                <a:effectLst/>
                <a:uFillTx/>
                <a:latin typeface="Calibri"/>
              </a:rPr>
              <a:t>Page zur Charaktererstellung</a:t>
            </a:r>
            <a:endParaRPr lang="de-DE" sz="1800" b="0" u="none" strike="noStrike">
              <a:solidFill>
                <a:srgbClr val="000000"/>
              </a:solidFill>
              <a:effectLst/>
              <a:uFillTx/>
              <a:latin typeface="Arial"/>
            </a:endParaRPr>
          </a:p>
        </p:txBody>
      </p:sp>
      <p:sp>
        <p:nvSpPr>
          <p:cNvPr id="132" name="Textfeld 16"/>
          <p:cNvSpPr/>
          <p:nvPr/>
        </p:nvSpPr>
        <p:spPr>
          <a:xfrm>
            <a:off x="4749120" y="3099960"/>
            <a:ext cx="298836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800" b="0" u="none" strike="noStrike">
                <a:solidFill>
                  <a:schemeClr val="dk1"/>
                </a:solidFill>
                <a:effectLst/>
                <a:uFillTx/>
                <a:latin typeface="Calibri"/>
              </a:rPr>
              <a:t>CSS für das Webseiten design</a:t>
            </a:r>
            <a:endParaRPr lang="de-DE" sz="1800" b="0" u="none" strike="noStrike">
              <a:solidFill>
                <a:srgbClr val="000000"/>
              </a:solidFill>
              <a:effectLst/>
              <a:uFillTx/>
              <a:latin typeface="Arial"/>
            </a:endParaRPr>
          </a:p>
        </p:txBody>
      </p:sp>
      <p:sp>
        <p:nvSpPr>
          <p:cNvPr id="133" name="Textfeld 17"/>
          <p:cNvSpPr/>
          <p:nvPr/>
        </p:nvSpPr>
        <p:spPr>
          <a:xfrm>
            <a:off x="8075880" y="2965320"/>
            <a:ext cx="36784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800" b="0" u="none" strike="noStrike">
                <a:solidFill>
                  <a:schemeClr val="dk1"/>
                </a:solidFill>
                <a:effectLst/>
                <a:uFillTx/>
                <a:latin typeface="Calibri"/>
              </a:rPr>
              <a:t>Aufbau des Entitys „Ability“ in der DB </a:t>
            </a:r>
            <a:endParaRPr lang="de-DE" sz="1800" b="0" u="none" strike="noStrike">
              <a:solidFill>
                <a:srgbClr val="000000"/>
              </a:solidFill>
              <a:effectLst/>
              <a:uFillTx/>
              <a:latin typeface="Arial"/>
            </a:endParaRPr>
          </a:p>
        </p:txBody>
      </p:sp>
      <p:sp>
        <p:nvSpPr>
          <p:cNvPr id="134" name="Textfeld 19"/>
          <p:cNvSpPr/>
          <p:nvPr/>
        </p:nvSpPr>
        <p:spPr>
          <a:xfrm>
            <a:off x="5164200" y="366480"/>
            <a:ext cx="481716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de-DE" sz="1800" b="0" u="none" strike="noStrike">
                <a:solidFill>
                  <a:schemeClr val="dk1"/>
                </a:solidFill>
                <a:effectLst/>
                <a:uFillTx/>
                <a:latin typeface="Calibri"/>
              </a:rPr>
              <a:t>Einbindung von Razor Pages in Website</a:t>
            </a:r>
            <a:endParaRPr lang="de-DE" sz="1800" b="0" u="none" strike="noStrike">
              <a:solidFill>
                <a:srgbClr val="000000"/>
              </a:solidFill>
              <a:effectLst/>
              <a:uFillTx/>
              <a:latin typeface="Arial"/>
            </a:endParaRPr>
          </a:p>
        </p:txBody>
      </p:sp>
      <p:sp>
        <p:nvSpPr>
          <p:cNvPr id="3" name="PlaceHolder 2"/>
          <p:cNvSpPr>
            <a:spLocks noGrp="1"/>
          </p:cNvSpPr>
          <p:nvPr>
            <p:ph type="ftr" idx="17"/>
          </p:nvPr>
        </p:nvSpPr>
        <p:spPr/>
        <p:txBody>
          <a:bodyPr/>
          <a:p>
            <a:r>
              <a:t>Elias Schmidt &amp; Beat Höllwarth </a:t>
            </a:r>
          </a:p>
        </p:txBody>
      </p:sp>
      <p:sp>
        <p:nvSpPr>
          <p:cNvPr id="4" name="PlaceHolder 3"/>
          <p:cNvSpPr>
            <a:spLocks noGrp="1"/>
          </p:cNvSpPr>
          <p:nvPr>
            <p:ph type="sldNum" idx="18"/>
          </p:nvPr>
        </p:nvSpPr>
        <p:spPr/>
        <p:txBody>
          <a:bodyPr/>
          <a:p>
            <a:fld id="{46E530BE-8A53-4666-97E7-77146A43303F}" type="slidenum">
              <a:t>11</a:t>
            </a:fld>
          </a:p>
        </p:txBody>
      </p:sp>
      <p:sp>
        <p:nvSpPr>
          <p:cNvPr id="5" name="PlaceHolder 4"/>
          <p:cNvSpPr>
            <a:spLocks noGrp="1"/>
          </p:cNvSpPr>
          <p:nvPr>
            <p:ph type="dt" idx="16"/>
          </p:nvPr>
        </p:nvSpPr>
        <p:spPr/>
        <p:txBody>
          <a:bodyPr/>
          <a:p>
            <a:fld id="{68714ACD-068D-4FC5-9634-7E26F5B2B799}" type="datetime1">
              <a:rPr lang="de-DE"/>
              <a:t>20.04.2026</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grpSp>
        <p:nvGrpSpPr>
          <p:cNvPr id="136" name="Diagram 2"/>
          <p:cNvGrpSpPr/>
          <p:nvPr/>
        </p:nvGrpSpPr>
        <p:grpSpPr>
          <a:xfrm>
            <a:off x="838080" y="5746320"/>
            <a:ext cx="10514880" cy="391320"/>
            <a:chOff x="838080" y="5746320"/>
            <a:chExt cx="10514880" cy="391320"/>
          </a:xfrm>
        </p:grpSpPr>
        <p:sp>
          <p:nvSpPr>
            <p:cNvPr id="137" name=""/>
            <p:cNvSpPr/>
            <p:nvPr/>
          </p:nvSpPr>
          <p:spPr>
            <a:xfrm>
              <a:off x="838080" y="5746320"/>
              <a:ext cx="10514880" cy="391320"/>
            </a:xfrm>
            <a:prstGeom prst="rect">
              <a:avLst/>
            </a:prstGeom>
            <a:noFill/>
            <a:ln w="0">
              <a:noFill/>
            </a:ln>
          </p:spPr>
          <p:style>
            <a:lnRef idx="0"/>
            <a:fillRef idx="0"/>
            <a:effectRef idx="0"/>
            <a:fontRef idx="minor"/>
          </p:style>
          <p:txBody>
            <a:bodyPr lIns="90000" rIns="90000" tIns="45000" bIns="45000" anchor="t">
              <a:noAutofit/>
            </a:bodyPr>
            <a:p>
              <a:endParaRPr lang="de-DE" sz="1800" b="0" u="none" strike="noStrike">
                <a:solidFill>
                  <a:srgbClr val="000000"/>
                </a:solidFill>
                <a:effectLst/>
                <a:uFillTx/>
                <a:latin typeface="Arial"/>
              </a:endParaRPr>
            </a:p>
          </p:txBody>
        </p:sp>
        <p:sp>
          <p:nvSpPr>
            <p:cNvPr id="138" name=""/>
            <p:cNvSpPr/>
            <p:nvPr/>
          </p:nvSpPr>
          <p:spPr>
            <a:xfrm>
              <a:off x="839520" y="5746320"/>
              <a:ext cx="2502720" cy="391320"/>
            </a:xfrm>
            <a:prstGeom prst="homePlate">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10656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Projekt</a:t>
              </a:r>
              <a:endParaRPr lang="de-DE" sz="2000" b="0" u="none" strike="noStrike">
                <a:solidFill>
                  <a:srgbClr val="ffffff"/>
                </a:solidFill>
                <a:effectLst/>
                <a:uFillTx/>
                <a:latin typeface="Arial"/>
              </a:endParaRPr>
            </a:p>
          </p:txBody>
        </p:sp>
        <p:sp>
          <p:nvSpPr>
            <p:cNvPr id="139" name=""/>
            <p:cNvSpPr/>
            <p:nvPr/>
          </p:nvSpPr>
          <p:spPr>
            <a:xfrm>
              <a:off x="2841840" y="5746320"/>
              <a:ext cx="2502720" cy="391320"/>
            </a:xfrm>
            <a:prstGeom prst="chevron">
              <a:avLst>
                <a:gd name="adj" fmla="val 50000"/>
              </a:avLst>
            </a:prstGeom>
            <a:solidFill>
              <a:schemeClr val="accent1"/>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Soll-Konzept</a:t>
              </a:r>
              <a:endParaRPr lang="de-DE" sz="2000" b="0" u="none" strike="noStrike">
                <a:solidFill>
                  <a:srgbClr val="ffffff"/>
                </a:solidFill>
                <a:effectLst/>
                <a:uFillTx/>
                <a:latin typeface="Arial"/>
              </a:endParaRPr>
            </a:p>
          </p:txBody>
        </p:sp>
        <p:sp>
          <p:nvSpPr>
            <p:cNvPr id="140" name=""/>
            <p:cNvSpPr/>
            <p:nvPr/>
          </p:nvSpPr>
          <p:spPr>
            <a:xfrm>
              <a:off x="4844160" y="5746320"/>
              <a:ext cx="2502720" cy="391320"/>
            </a:xfrm>
            <a:prstGeom prst="chevron">
              <a:avLst>
                <a:gd name="adj" fmla="val 50000"/>
              </a:avLst>
            </a:prstGeom>
            <a:solidFill>
              <a:schemeClr val="accent2"/>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Ist-Zustand</a:t>
              </a:r>
              <a:endParaRPr lang="de-DE" sz="2000" b="0" u="none" strike="noStrike">
                <a:solidFill>
                  <a:srgbClr val="ffffff"/>
                </a:solidFill>
                <a:effectLst/>
                <a:uFillTx/>
                <a:latin typeface="Arial"/>
              </a:endParaRPr>
            </a:p>
          </p:txBody>
        </p:sp>
        <p:sp>
          <p:nvSpPr>
            <p:cNvPr id="141" name=""/>
            <p:cNvSpPr/>
            <p:nvPr/>
          </p:nvSpPr>
          <p:spPr>
            <a:xfrm>
              <a:off x="684648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Zielsetzung</a:t>
              </a:r>
              <a:endParaRPr lang="de-DE" sz="2000" b="0" u="none" strike="noStrike">
                <a:solidFill>
                  <a:srgbClr val="ffffff"/>
                </a:solidFill>
                <a:effectLst/>
                <a:uFillTx/>
                <a:latin typeface="Arial"/>
              </a:endParaRPr>
            </a:p>
          </p:txBody>
        </p:sp>
        <p:sp>
          <p:nvSpPr>
            <p:cNvPr id="142" name=""/>
            <p:cNvSpPr/>
            <p:nvPr/>
          </p:nvSpPr>
          <p:spPr>
            <a:xfrm>
              <a:off x="884916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Ausblick</a:t>
              </a:r>
              <a:endParaRPr lang="de-DE" sz="2000" b="0" u="none" strike="noStrike">
                <a:solidFill>
                  <a:srgbClr val="ffffff"/>
                </a:solidFill>
                <a:effectLst/>
                <a:uFillTx/>
                <a:latin typeface="Arial"/>
              </a:endParaRPr>
            </a:p>
          </p:txBody>
        </p:sp>
      </p:grpSp>
      <p:sp>
        <p:nvSpPr>
          <p:cNvPr id="143" name="PlaceHolder 7"/>
          <p:cNvSpPr txBox="1"/>
          <p:nvPr/>
        </p:nvSpPr>
        <p:spPr>
          <a:xfrm>
            <a:off x="838080" y="1825920"/>
            <a:ext cx="6837840" cy="3701880"/>
          </a:xfrm>
          <a:prstGeom prst="rect">
            <a:avLst/>
          </a:prstGeom>
          <a:noFill/>
          <a:ln w="0">
            <a:noFill/>
          </a:ln>
        </p:spPr>
        <p:txBody>
          <a:bodyPr anchor="t">
            <a:noAutofit/>
          </a:bodyPr>
          <a:p>
            <a:pPr marL="108000" defTabSz="914400">
              <a:lnSpc>
                <a:spcPct val="90000"/>
              </a:lnSpc>
              <a:spcBef>
                <a:spcPts val="1417"/>
              </a:spcBef>
            </a:pPr>
            <a:r>
              <a:rPr lang="de-DE" sz="2800" b="1" u="none" strike="noStrike">
                <a:solidFill>
                  <a:schemeClr val="dk1"/>
                </a:solidFill>
                <a:effectLst/>
                <a:uFillTx/>
                <a:latin typeface="Arial"/>
              </a:rPr>
              <a:t>Stimmung im Team</a:t>
            </a:r>
            <a:br>
              <a:rPr sz="2800"/>
            </a:br>
            <a:endParaRPr lang="de-DE" sz="28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Gute Zusammensetzung</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Passendes Projekt</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Eindeutige Rollenverteilung</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Harmonisieren</a:t>
            </a:r>
            <a:endParaRPr lang="de-DE" sz="2400" b="0" u="none" strike="noStrike">
              <a:solidFill>
                <a:schemeClr val="dk1"/>
              </a:solidFill>
              <a:effectLst/>
              <a:uFillTx/>
              <a:latin typeface="Calibri"/>
            </a:endParaRPr>
          </a:p>
        </p:txBody>
      </p:sp>
      <p:pic>
        <p:nvPicPr>
          <p:cNvPr id="144" name=""/>
          <p:cNvPicPr/>
          <p:nvPr/>
        </p:nvPicPr>
        <p:blipFill>
          <a:blip r:embed="rId1"/>
          <a:stretch/>
        </p:blipFill>
        <p:spPr>
          <a:xfrm>
            <a:off x="4860000" y="180000"/>
            <a:ext cx="4519800" cy="3389760"/>
          </a:xfrm>
          <a:prstGeom prst="rect">
            <a:avLst/>
          </a:prstGeom>
          <a:noFill/>
          <a:ln w="0">
            <a:noFill/>
          </a:ln>
        </p:spPr>
      </p:pic>
      <p:pic>
        <p:nvPicPr>
          <p:cNvPr id="145" name=""/>
          <p:cNvPicPr/>
          <p:nvPr/>
        </p:nvPicPr>
        <p:blipFill>
          <a:blip r:embed="rId2"/>
          <a:stretch/>
        </p:blipFill>
        <p:spPr>
          <a:xfrm>
            <a:off x="8640000" y="2160000"/>
            <a:ext cx="3060000" cy="3060000"/>
          </a:xfrm>
          <a:prstGeom prst="rect">
            <a:avLst/>
          </a:prstGeom>
          <a:noFill/>
          <a:ln w="0">
            <a:noFill/>
          </a:ln>
        </p:spPr>
      </p:pic>
      <p:sp>
        <p:nvSpPr>
          <p:cNvPr id="3" name="PlaceHolder 2"/>
          <p:cNvSpPr>
            <a:spLocks noGrp="1"/>
          </p:cNvSpPr>
          <p:nvPr>
            <p:ph type="ftr" idx="17"/>
          </p:nvPr>
        </p:nvSpPr>
        <p:spPr/>
        <p:txBody>
          <a:bodyPr/>
          <a:p>
            <a:r>
              <a:t>Elias Schmidt &amp; Beat Höllwarth </a:t>
            </a:r>
          </a:p>
        </p:txBody>
      </p:sp>
      <p:sp>
        <p:nvSpPr>
          <p:cNvPr id="4" name="PlaceHolder 3"/>
          <p:cNvSpPr>
            <a:spLocks noGrp="1"/>
          </p:cNvSpPr>
          <p:nvPr>
            <p:ph type="sldNum" idx="18"/>
          </p:nvPr>
        </p:nvSpPr>
        <p:spPr/>
        <p:txBody>
          <a:bodyPr/>
          <a:p>
            <a:fld id="{94029B42-B04D-444C-B46B-AA2BE6AA3E14}" type="slidenum">
              <a:t>12</a:t>
            </a:fld>
          </a:p>
        </p:txBody>
      </p:sp>
      <p:sp>
        <p:nvSpPr>
          <p:cNvPr id="5" name="PlaceHolder 4"/>
          <p:cNvSpPr>
            <a:spLocks noGrp="1"/>
          </p:cNvSpPr>
          <p:nvPr>
            <p:ph type="dt" idx="16"/>
          </p:nvPr>
        </p:nvSpPr>
        <p:spPr/>
        <p:txBody>
          <a:bodyPr/>
          <a:p>
            <a:fld id="{FAE58CA1-F291-4C7B-B484-57F424194708}" type="datetime1">
              <a:rPr lang="de-DE"/>
              <a:t>20.04.2026</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grpSp>
        <p:nvGrpSpPr>
          <p:cNvPr id="147" name="Diagram 3"/>
          <p:cNvGrpSpPr/>
          <p:nvPr/>
        </p:nvGrpSpPr>
        <p:grpSpPr>
          <a:xfrm>
            <a:off x="838080" y="5746320"/>
            <a:ext cx="10514880" cy="391320"/>
            <a:chOff x="838080" y="5746320"/>
            <a:chExt cx="10514880" cy="391320"/>
          </a:xfrm>
        </p:grpSpPr>
        <p:sp>
          <p:nvSpPr>
            <p:cNvPr id="148" name=""/>
            <p:cNvSpPr/>
            <p:nvPr/>
          </p:nvSpPr>
          <p:spPr>
            <a:xfrm>
              <a:off x="838080" y="5746320"/>
              <a:ext cx="10514880" cy="391320"/>
            </a:xfrm>
            <a:prstGeom prst="rect">
              <a:avLst/>
            </a:prstGeom>
            <a:noFill/>
            <a:ln w="0">
              <a:noFill/>
            </a:ln>
          </p:spPr>
          <p:style>
            <a:lnRef idx="0"/>
            <a:fillRef idx="0"/>
            <a:effectRef idx="0"/>
            <a:fontRef idx="minor"/>
          </p:style>
          <p:txBody>
            <a:bodyPr lIns="90000" rIns="90000" tIns="45000" bIns="45000" anchor="t">
              <a:noAutofit/>
            </a:bodyPr>
            <a:p>
              <a:endParaRPr lang="de-DE" sz="1800" b="0" u="none" strike="noStrike">
                <a:solidFill>
                  <a:srgbClr val="000000"/>
                </a:solidFill>
                <a:effectLst/>
                <a:uFillTx/>
                <a:latin typeface="Arial"/>
              </a:endParaRPr>
            </a:p>
          </p:txBody>
        </p:sp>
        <p:sp>
          <p:nvSpPr>
            <p:cNvPr id="149" name=""/>
            <p:cNvSpPr/>
            <p:nvPr/>
          </p:nvSpPr>
          <p:spPr>
            <a:xfrm>
              <a:off x="839520" y="5746320"/>
              <a:ext cx="2502720" cy="391320"/>
            </a:xfrm>
            <a:prstGeom prst="homePlate">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10656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Projekt</a:t>
              </a:r>
              <a:endParaRPr lang="de-DE" sz="2000" b="0" u="none" strike="noStrike">
                <a:solidFill>
                  <a:srgbClr val="ffffff"/>
                </a:solidFill>
                <a:effectLst/>
                <a:uFillTx/>
                <a:latin typeface="Arial"/>
              </a:endParaRPr>
            </a:p>
          </p:txBody>
        </p:sp>
        <p:sp>
          <p:nvSpPr>
            <p:cNvPr id="150" name=""/>
            <p:cNvSpPr/>
            <p:nvPr/>
          </p:nvSpPr>
          <p:spPr>
            <a:xfrm>
              <a:off x="2841840" y="5746320"/>
              <a:ext cx="2502720" cy="391320"/>
            </a:xfrm>
            <a:prstGeom prst="chevron">
              <a:avLst>
                <a:gd name="adj" fmla="val 50000"/>
              </a:avLst>
            </a:prstGeom>
            <a:solidFill>
              <a:schemeClr val="accent1"/>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Soll-Konzept</a:t>
              </a:r>
              <a:endParaRPr lang="de-DE" sz="2000" b="0" u="none" strike="noStrike">
                <a:solidFill>
                  <a:srgbClr val="ffffff"/>
                </a:solidFill>
                <a:effectLst/>
                <a:uFillTx/>
                <a:latin typeface="Arial"/>
              </a:endParaRPr>
            </a:p>
          </p:txBody>
        </p:sp>
        <p:sp>
          <p:nvSpPr>
            <p:cNvPr id="151" name=""/>
            <p:cNvSpPr/>
            <p:nvPr/>
          </p:nvSpPr>
          <p:spPr>
            <a:xfrm>
              <a:off x="4844160" y="5746320"/>
              <a:ext cx="2502720" cy="391320"/>
            </a:xfrm>
            <a:prstGeom prst="chevron">
              <a:avLst>
                <a:gd name="adj" fmla="val 50000"/>
              </a:avLst>
            </a:prstGeom>
            <a:solidFill>
              <a:schemeClr val="accent2"/>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Ist-Zustand</a:t>
              </a:r>
              <a:endParaRPr lang="de-DE" sz="2000" b="0" u="none" strike="noStrike">
                <a:solidFill>
                  <a:srgbClr val="ffffff"/>
                </a:solidFill>
                <a:effectLst/>
                <a:uFillTx/>
                <a:latin typeface="Arial"/>
              </a:endParaRPr>
            </a:p>
          </p:txBody>
        </p:sp>
        <p:sp>
          <p:nvSpPr>
            <p:cNvPr id="152" name=""/>
            <p:cNvSpPr/>
            <p:nvPr/>
          </p:nvSpPr>
          <p:spPr>
            <a:xfrm>
              <a:off x="684648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Zielsetzung</a:t>
              </a:r>
              <a:endParaRPr lang="de-DE" sz="2000" b="0" u="none" strike="noStrike">
                <a:solidFill>
                  <a:srgbClr val="ffffff"/>
                </a:solidFill>
                <a:effectLst/>
                <a:uFillTx/>
                <a:latin typeface="Arial"/>
              </a:endParaRPr>
            </a:p>
          </p:txBody>
        </p:sp>
        <p:sp>
          <p:nvSpPr>
            <p:cNvPr id="153" name=""/>
            <p:cNvSpPr/>
            <p:nvPr/>
          </p:nvSpPr>
          <p:spPr>
            <a:xfrm>
              <a:off x="884916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Ausblick</a:t>
              </a:r>
              <a:endParaRPr lang="de-DE" sz="2000" b="0" u="none" strike="noStrike">
                <a:solidFill>
                  <a:srgbClr val="ffffff"/>
                </a:solidFill>
                <a:effectLst/>
                <a:uFillTx/>
                <a:latin typeface="Arial"/>
              </a:endParaRPr>
            </a:p>
          </p:txBody>
        </p:sp>
      </p:grpSp>
      <p:sp>
        <p:nvSpPr>
          <p:cNvPr id="154" name="PlaceHolder 9"/>
          <p:cNvSpPr txBox="1"/>
          <p:nvPr/>
        </p:nvSpPr>
        <p:spPr>
          <a:xfrm>
            <a:off x="838080" y="1825920"/>
            <a:ext cx="6837840" cy="3701880"/>
          </a:xfrm>
          <a:prstGeom prst="rect">
            <a:avLst/>
          </a:prstGeom>
          <a:noFill/>
          <a:ln w="0">
            <a:noFill/>
          </a:ln>
        </p:spPr>
        <p:txBody>
          <a:bodyPr anchor="t">
            <a:noAutofit/>
          </a:bodyPr>
          <a:p>
            <a:pPr marL="108000" defTabSz="914400">
              <a:lnSpc>
                <a:spcPct val="90000"/>
              </a:lnSpc>
              <a:spcBef>
                <a:spcPts val="1417"/>
              </a:spcBef>
            </a:pPr>
            <a:r>
              <a:rPr lang="de-DE" sz="2800" b="1" u="none" strike="noStrike">
                <a:solidFill>
                  <a:schemeClr val="dk1"/>
                </a:solidFill>
                <a:effectLst/>
                <a:uFillTx/>
                <a:latin typeface="Arial"/>
              </a:rPr>
              <a:t>Damit arbeiten wir</a:t>
            </a:r>
            <a:br>
              <a:rPr sz="2800"/>
            </a:br>
            <a:endParaRPr lang="de-DE" sz="28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Datenbank Modell (Draw.io)</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Geschichte der Welt (Word)</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Kampfberechnung (Excel)</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Front End Bauplan</a:t>
            </a:r>
            <a:endParaRPr lang="de-DE" sz="2400" b="0" u="none" strike="noStrike">
              <a:solidFill>
                <a:schemeClr val="dk1"/>
              </a:solidFill>
              <a:effectLst/>
              <a:uFillTx/>
              <a:latin typeface="Calibri"/>
            </a:endParaRPr>
          </a:p>
        </p:txBody>
      </p:sp>
      <p:pic>
        <p:nvPicPr>
          <p:cNvPr id="155" name=""/>
          <p:cNvPicPr/>
          <p:nvPr/>
        </p:nvPicPr>
        <p:blipFill>
          <a:blip r:embed="rId1"/>
          <a:stretch/>
        </p:blipFill>
        <p:spPr>
          <a:xfrm>
            <a:off x="5400000" y="3600000"/>
            <a:ext cx="3240000" cy="1923120"/>
          </a:xfrm>
          <a:prstGeom prst="rect">
            <a:avLst/>
          </a:prstGeom>
          <a:noFill/>
          <a:ln w="0">
            <a:noFill/>
          </a:ln>
        </p:spPr>
      </p:pic>
      <p:pic>
        <p:nvPicPr>
          <p:cNvPr id="156" name=""/>
          <p:cNvPicPr/>
          <p:nvPr/>
        </p:nvPicPr>
        <p:blipFill>
          <a:blip r:embed="rId2"/>
          <a:stretch/>
        </p:blipFill>
        <p:spPr>
          <a:xfrm>
            <a:off x="5220000" y="180000"/>
            <a:ext cx="3164040" cy="2620440"/>
          </a:xfrm>
          <a:prstGeom prst="rect">
            <a:avLst/>
          </a:prstGeom>
          <a:noFill/>
          <a:ln w="0">
            <a:noFill/>
          </a:ln>
        </p:spPr>
      </p:pic>
      <p:pic>
        <p:nvPicPr>
          <p:cNvPr id="157" name="Grafik 1"/>
          <p:cNvPicPr/>
          <p:nvPr/>
        </p:nvPicPr>
        <p:blipFill>
          <a:blip r:embed="rId3"/>
          <a:stretch/>
        </p:blipFill>
        <p:spPr>
          <a:xfrm>
            <a:off x="8460000" y="1835640"/>
            <a:ext cx="3554280" cy="1944360"/>
          </a:xfrm>
          <a:prstGeom prst="rect">
            <a:avLst/>
          </a:prstGeom>
          <a:noFill/>
          <a:ln w="0">
            <a:noFill/>
          </a:ln>
          <a:effectLst>
            <a:softEdge rad="112680"/>
          </a:effectLst>
        </p:spPr>
      </p:pic>
      <p:sp>
        <p:nvSpPr>
          <p:cNvPr id="3" name="PlaceHolder 2"/>
          <p:cNvSpPr>
            <a:spLocks noGrp="1"/>
          </p:cNvSpPr>
          <p:nvPr>
            <p:ph type="ftr" idx="17"/>
          </p:nvPr>
        </p:nvSpPr>
        <p:spPr/>
        <p:txBody>
          <a:bodyPr/>
          <a:p>
            <a:r>
              <a:t>Elias Schmidt &amp; Beat Höllwarth </a:t>
            </a:r>
          </a:p>
        </p:txBody>
      </p:sp>
      <p:sp>
        <p:nvSpPr>
          <p:cNvPr id="4" name="PlaceHolder 3"/>
          <p:cNvSpPr>
            <a:spLocks noGrp="1"/>
          </p:cNvSpPr>
          <p:nvPr>
            <p:ph type="sldNum" idx="18"/>
          </p:nvPr>
        </p:nvSpPr>
        <p:spPr/>
        <p:txBody>
          <a:bodyPr/>
          <a:p>
            <a:fld id="{F4652B2C-5EEC-4500-A419-8439A0A28C44}" type="slidenum">
              <a:t>13</a:t>
            </a:fld>
          </a:p>
        </p:txBody>
      </p:sp>
      <p:sp>
        <p:nvSpPr>
          <p:cNvPr id="5" name="PlaceHolder 4"/>
          <p:cNvSpPr>
            <a:spLocks noGrp="1"/>
          </p:cNvSpPr>
          <p:nvPr>
            <p:ph type="dt" idx="16"/>
          </p:nvPr>
        </p:nvSpPr>
        <p:spPr/>
        <p:txBody>
          <a:bodyPr/>
          <a:p>
            <a:fld id="{EF36C7D7-D305-4FDC-9D5D-5DFF1943AA19}" type="datetime1">
              <a:rPr lang="de-DE"/>
              <a:t>20.04.2026</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grpSp>
        <p:nvGrpSpPr>
          <p:cNvPr id="159" name="Diagram 4"/>
          <p:cNvGrpSpPr/>
          <p:nvPr/>
        </p:nvGrpSpPr>
        <p:grpSpPr>
          <a:xfrm>
            <a:off x="838080" y="5746320"/>
            <a:ext cx="10514880" cy="391320"/>
            <a:chOff x="838080" y="5746320"/>
            <a:chExt cx="10514880" cy="391320"/>
          </a:xfrm>
        </p:grpSpPr>
        <p:sp>
          <p:nvSpPr>
            <p:cNvPr id="160" name=""/>
            <p:cNvSpPr/>
            <p:nvPr/>
          </p:nvSpPr>
          <p:spPr>
            <a:xfrm>
              <a:off x="838080" y="5746320"/>
              <a:ext cx="10514880" cy="391320"/>
            </a:xfrm>
            <a:prstGeom prst="rect">
              <a:avLst/>
            </a:prstGeom>
            <a:noFill/>
            <a:ln w="0">
              <a:noFill/>
            </a:ln>
          </p:spPr>
          <p:style>
            <a:lnRef idx="0"/>
            <a:fillRef idx="0"/>
            <a:effectRef idx="0"/>
            <a:fontRef idx="minor"/>
          </p:style>
          <p:txBody>
            <a:bodyPr lIns="90000" rIns="90000" tIns="45000" bIns="45000" anchor="t">
              <a:noAutofit/>
            </a:bodyPr>
            <a:p>
              <a:endParaRPr lang="de-DE" sz="1800" b="0" u="none" strike="noStrike">
                <a:solidFill>
                  <a:srgbClr val="000000"/>
                </a:solidFill>
                <a:effectLst/>
                <a:uFillTx/>
                <a:latin typeface="Arial"/>
              </a:endParaRPr>
            </a:p>
          </p:txBody>
        </p:sp>
        <p:sp>
          <p:nvSpPr>
            <p:cNvPr id="161" name=""/>
            <p:cNvSpPr/>
            <p:nvPr/>
          </p:nvSpPr>
          <p:spPr>
            <a:xfrm>
              <a:off x="839520" y="5746320"/>
              <a:ext cx="2502720" cy="391320"/>
            </a:xfrm>
            <a:prstGeom prst="homePlate">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10656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Projekt</a:t>
              </a:r>
              <a:endParaRPr lang="de-DE" sz="2000" b="0" u="none" strike="noStrike">
                <a:solidFill>
                  <a:srgbClr val="ffffff"/>
                </a:solidFill>
                <a:effectLst/>
                <a:uFillTx/>
                <a:latin typeface="Arial"/>
              </a:endParaRPr>
            </a:p>
          </p:txBody>
        </p:sp>
        <p:sp>
          <p:nvSpPr>
            <p:cNvPr id="162" name=""/>
            <p:cNvSpPr/>
            <p:nvPr/>
          </p:nvSpPr>
          <p:spPr>
            <a:xfrm>
              <a:off x="2841840" y="5746320"/>
              <a:ext cx="2502720" cy="391320"/>
            </a:xfrm>
            <a:prstGeom prst="chevron">
              <a:avLst>
                <a:gd name="adj" fmla="val 50000"/>
              </a:avLst>
            </a:prstGeom>
            <a:solidFill>
              <a:schemeClr val="accent1"/>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Soll-Konzept</a:t>
              </a:r>
              <a:endParaRPr lang="de-DE" sz="2000" b="0" u="none" strike="noStrike">
                <a:solidFill>
                  <a:srgbClr val="ffffff"/>
                </a:solidFill>
                <a:effectLst/>
                <a:uFillTx/>
                <a:latin typeface="Arial"/>
              </a:endParaRPr>
            </a:p>
          </p:txBody>
        </p:sp>
        <p:sp>
          <p:nvSpPr>
            <p:cNvPr id="163" name=""/>
            <p:cNvSpPr/>
            <p:nvPr/>
          </p:nvSpPr>
          <p:spPr>
            <a:xfrm>
              <a:off x="4844160" y="5746320"/>
              <a:ext cx="2502720" cy="391320"/>
            </a:xfrm>
            <a:prstGeom prst="chevron">
              <a:avLst>
                <a:gd name="adj" fmla="val 50000"/>
              </a:avLst>
            </a:prstGeom>
            <a:solidFill>
              <a:schemeClr val="accent2"/>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Ist-Zustand</a:t>
              </a:r>
              <a:endParaRPr lang="de-DE" sz="2000" b="0" u="none" strike="noStrike">
                <a:solidFill>
                  <a:srgbClr val="ffffff"/>
                </a:solidFill>
                <a:effectLst/>
                <a:uFillTx/>
                <a:latin typeface="Arial"/>
              </a:endParaRPr>
            </a:p>
          </p:txBody>
        </p:sp>
        <p:sp>
          <p:nvSpPr>
            <p:cNvPr id="164" name=""/>
            <p:cNvSpPr/>
            <p:nvPr/>
          </p:nvSpPr>
          <p:spPr>
            <a:xfrm>
              <a:off x="684648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Zielsetzung</a:t>
              </a:r>
              <a:endParaRPr lang="de-DE" sz="2000" b="0" u="none" strike="noStrike">
                <a:solidFill>
                  <a:srgbClr val="ffffff"/>
                </a:solidFill>
                <a:effectLst/>
                <a:uFillTx/>
                <a:latin typeface="Arial"/>
              </a:endParaRPr>
            </a:p>
          </p:txBody>
        </p:sp>
        <p:sp>
          <p:nvSpPr>
            <p:cNvPr id="165" name=""/>
            <p:cNvSpPr/>
            <p:nvPr/>
          </p:nvSpPr>
          <p:spPr>
            <a:xfrm>
              <a:off x="884916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Ausblick</a:t>
              </a:r>
              <a:endParaRPr lang="de-DE" sz="2000" b="0" u="none" strike="noStrike">
                <a:solidFill>
                  <a:srgbClr val="ffffff"/>
                </a:solidFill>
                <a:effectLst/>
                <a:uFillTx/>
                <a:latin typeface="Arial"/>
              </a:endParaRPr>
            </a:p>
          </p:txBody>
        </p:sp>
      </p:grpSp>
      <p:sp>
        <p:nvSpPr>
          <p:cNvPr id="166" name="PlaceHolder 11"/>
          <p:cNvSpPr txBox="1"/>
          <p:nvPr/>
        </p:nvSpPr>
        <p:spPr>
          <a:xfrm>
            <a:off x="838080" y="1825920"/>
            <a:ext cx="5281920" cy="3701880"/>
          </a:xfrm>
          <a:prstGeom prst="rect">
            <a:avLst/>
          </a:prstGeom>
          <a:noFill/>
          <a:ln w="0">
            <a:noFill/>
          </a:ln>
        </p:spPr>
        <p:txBody>
          <a:bodyPr anchor="t">
            <a:noAutofit/>
          </a:bodyPr>
          <a:p>
            <a:pPr marL="108000" defTabSz="914400">
              <a:lnSpc>
                <a:spcPct val="90000"/>
              </a:lnSpc>
              <a:spcBef>
                <a:spcPts val="1417"/>
              </a:spcBef>
            </a:pPr>
            <a:r>
              <a:rPr lang="de-DE" sz="2800" b="1" u="none" strike="noStrike">
                <a:solidFill>
                  <a:schemeClr val="dk1"/>
                </a:solidFill>
                <a:effectLst/>
                <a:uFillTx/>
                <a:latin typeface="Arial"/>
              </a:rPr>
              <a:t>Welche Aufgeben stehen an</a:t>
            </a:r>
            <a:endParaRPr lang="de-DE" sz="2800" b="0" u="none" strike="noStrike">
              <a:solidFill>
                <a:schemeClr val="dk1"/>
              </a:solidFill>
              <a:effectLst/>
              <a:uFillTx/>
              <a:latin typeface="Calibri"/>
            </a:endParaRPr>
          </a:p>
          <a:p>
            <a:pPr marL="108000" defTabSz="914400">
              <a:lnSpc>
                <a:spcPct val="90000"/>
              </a:lnSpc>
              <a:spcBef>
                <a:spcPts val="1417"/>
              </a:spcBef>
            </a:pPr>
            <a:endParaRPr lang="de-DE" sz="7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 Ausarbeiten der Startseite:</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000" b="0" u="none" strike="noStrike">
                <a:solidFill>
                  <a:schemeClr val="dk1"/>
                </a:solidFill>
                <a:effectLst/>
                <a:uFillTx/>
                <a:latin typeface="Arial"/>
              </a:rPr>
              <a:t>- Karte</a:t>
            </a:r>
            <a:endParaRPr lang="de-DE" sz="20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000" b="0" u="none" strike="noStrike">
                <a:solidFill>
                  <a:schemeClr val="dk1"/>
                </a:solidFill>
                <a:effectLst/>
                <a:uFillTx/>
                <a:latin typeface="Arial"/>
              </a:rPr>
              <a:t>- Geschichte</a:t>
            </a:r>
            <a:endParaRPr lang="de-DE" sz="20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000" b="0" u="none" strike="noStrike">
                <a:solidFill>
                  <a:schemeClr val="dk1"/>
                </a:solidFill>
                <a:effectLst/>
                <a:uFillTx/>
                <a:latin typeface="Arial"/>
              </a:rPr>
              <a:t>- Kampftechnik</a:t>
            </a:r>
            <a:endParaRPr lang="de-DE" sz="20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000" b="0" u="none" strike="noStrike">
                <a:solidFill>
                  <a:schemeClr val="dk1"/>
                </a:solidFill>
                <a:effectLst/>
                <a:uFillTx/>
                <a:latin typeface="Arial"/>
              </a:rPr>
              <a:t>- Inventar</a:t>
            </a:r>
            <a:endParaRPr lang="de-DE" sz="20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000" b="0" u="none" strike="noStrike">
                <a:solidFill>
                  <a:schemeClr val="dk1"/>
                </a:solidFill>
                <a:effectLst/>
                <a:uFillTx/>
                <a:latin typeface="Arial"/>
              </a:rPr>
              <a:t>- Notizen</a:t>
            </a:r>
            <a:endParaRPr lang="de-DE" sz="20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000" b="0" u="none" strike="noStrike">
                <a:solidFill>
                  <a:schemeClr val="dk1"/>
                </a:solidFill>
                <a:effectLst/>
                <a:uFillTx/>
                <a:latin typeface="Arial"/>
              </a:rPr>
              <a:t>- Timer</a:t>
            </a:r>
            <a:endParaRPr lang="de-DE" sz="2000" b="0" u="none" strike="noStrike">
              <a:solidFill>
                <a:schemeClr val="dk1"/>
              </a:solidFill>
              <a:effectLst/>
              <a:uFillTx/>
              <a:latin typeface="Calibri"/>
            </a:endParaRPr>
          </a:p>
        </p:txBody>
      </p:sp>
      <p:sp>
        <p:nvSpPr>
          <p:cNvPr id="167" name="PlaceHolder 12"/>
          <p:cNvSpPr txBox="1"/>
          <p:nvPr/>
        </p:nvSpPr>
        <p:spPr>
          <a:xfrm>
            <a:off x="5220000" y="1825920"/>
            <a:ext cx="5281920" cy="3701880"/>
          </a:xfrm>
          <a:prstGeom prst="rect">
            <a:avLst/>
          </a:prstGeom>
          <a:noFill/>
          <a:ln w="0">
            <a:noFill/>
          </a:ln>
        </p:spPr>
        <p:txBody>
          <a:bodyPr anchor="t">
            <a:noAutofit/>
          </a:bodyPr>
          <a:p>
            <a:pPr marL="108000" defTabSz="914400">
              <a:lnSpc>
                <a:spcPct val="90000"/>
              </a:lnSpc>
              <a:spcBef>
                <a:spcPts val="1417"/>
              </a:spcBef>
            </a:pPr>
            <a:endParaRPr lang="de-DE" sz="2800" b="0" u="none" strike="noStrike">
              <a:solidFill>
                <a:schemeClr val="dk1"/>
              </a:solidFill>
              <a:effectLst/>
              <a:uFillTx/>
              <a:latin typeface="Calibri"/>
            </a:endParaRPr>
          </a:p>
          <a:p>
            <a:pPr marL="108000" defTabSz="914400">
              <a:lnSpc>
                <a:spcPct val="90000"/>
              </a:lnSpc>
              <a:spcBef>
                <a:spcPts val="1417"/>
              </a:spcBef>
            </a:pPr>
            <a:endParaRPr lang="de-DE" sz="2800" b="0" u="none" strike="noStrike">
              <a:solidFill>
                <a:schemeClr val="dk1"/>
              </a:solidFill>
              <a:effectLst/>
              <a:uFillTx/>
              <a:latin typeface="Calibri"/>
            </a:endParaRPr>
          </a:p>
        </p:txBody>
      </p:sp>
      <p:sp>
        <p:nvSpPr>
          <p:cNvPr id="168" name=""/>
          <p:cNvSpPr txBox="1"/>
          <p:nvPr/>
        </p:nvSpPr>
        <p:spPr>
          <a:xfrm>
            <a:off x="5565240" y="2647800"/>
            <a:ext cx="4936680" cy="2880000"/>
          </a:xfrm>
          <a:prstGeom prst="rect">
            <a:avLst/>
          </a:prstGeom>
          <a:noFill/>
          <a:ln w="0">
            <a:noFill/>
          </a:ln>
        </p:spPr>
        <p:txBody>
          <a:bodyPr lIns="90000" rIns="90000" tIns="45000" bIns="45000" anchor="t">
            <a:spAutoFit/>
          </a:bodyPr>
          <a:p>
            <a:pPr marL="216000" indent="-216000">
              <a:buClr>
                <a:srgbClr val="000000"/>
              </a:buClr>
              <a:buSzPct val="45000"/>
              <a:buFont typeface="Wingdings" charset="2"/>
              <a:buChar char=""/>
            </a:pPr>
            <a:r>
              <a:rPr lang="de-DE" sz="2400" b="0" u="none" strike="noStrike">
                <a:solidFill>
                  <a:schemeClr val="dk1"/>
                </a:solidFill>
                <a:effectLst/>
                <a:uFillTx/>
                <a:latin typeface="Arial"/>
              </a:rPr>
              <a:t> Excel Vorlage ablösen</a:t>
            </a:r>
            <a:endParaRPr lang="de-DE" sz="2400" b="0" u="none" strike="noStrike">
              <a:solidFill>
                <a:srgbClr val="000000"/>
              </a:solidFill>
              <a:effectLst/>
              <a:uFillTx/>
              <a:latin typeface="Arial"/>
            </a:endParaRPr>
          </a:p>
          <a:p>
            <a:pPr marL="216000" indent="-216000">
              <a:buClr>
                <a:srgbClr val="000000"/>
              </a:buClr>
              <a:buSzPct val="45000"/>
              <a:buFont typeface="Wingdings" charset="2"/>
              <a:buChar char=""/>
            </a:pPr>
            <a:endParaRPr lang="de-DE" sz="2400" b="0" u="none" strike="noStrike">
              <a:solidFill>
                <a:srgbClr val="000000"/>
              </a:solidFill>
              <a:effectLst/>
              <a:uFillTx/>
              <a:latin typeface="Arial"/>
            </a:endParaRPr>
          </a:p>
          <a:p>
            <a:pPr marL="216000" indent="-216000">
              <a:buClr>
                <a:srgbClr val="000000"/>
              </a:buClr>
              <a:buSzPct val="45000"/>
              <a:buFont typeface="Wingdings" charset="2"/>
              <a:buChar char=""/>
            </a:pPr>
            <a:r>
              <a:rPr lang="de-DE" sz="2400" b="0" u="none" strike="noStrike">
                <a:solidFill>
                  <a:schemeClr val="dk1"/>
                </a:solidFill>
                <a:effectLst/>
                <a:uFillTx/>
                <a:latin typeface="Arial"/>
              </a:rPr>
              <a:t>Umformen für Barrierefreiheit</a:t>
            </a:r>
            <a:endParaRPr lang="de-DE" sz="2400" b="0" u="none" strike="noStrike">
              <a:solidFill>
                <a:srgbClr val="000000"/>
              </a:solidFill>
              <a:effectLst/>
              <a:uFillTx/>
              <a:latin typeface="Arial"/>
            </a:endParaRPr>
          </a:p>
          <a:p>
            <a:pPr marL="216000" indent="-216000">
              <a:buClr>
                <a:srgbClr val="000000"/>
              </a:buClr>
              <a:buSzPct val="45000"/>
              <a:buFont typeface="Wingdings" charset="2"/>
              <a:buChar char=""/>
            </a:pPr>
            <a:endParaRPr lang="de-DE" sz="2400" b="0" u="none" strike="noStrike">
              <a:solidFill>
                <a:srgbClr val="000000"/>
              </a:solidFill>
              <a:effectLst/>
              <a:uFillTx/>
              <a:latin typeface="Arial"/>
            </a:endParaRPr>
          </a:p>
          <a:p>
            <a:pPr marL="216000" indent="-216000">
              <a:buClr>
                <a:srgbClr val="000000"/>
              </a:buClr>
              <a:buSzPct val="45000"/>
              <a:buFont typeface="Wingdings" charset="2"/>
              <a:buChar char=""/>
            </a:pPr>
            <a:r>
              <a:rPr lang="de-DE" sz="2400" b="0" u="none" strike="noStrike">
                <a:solidFill>
                  <a:schemeClr val="dk1"/>
                </a:solidFill>
                <a:effectLst/>
                <a:uFillTx/>
                <a:latin typeface="Arial"/>
              </a:rPr>
              <a:t>Füttern der Datenbank und erstellen von entities</a:t>
            </a:r>
            <a:endParaRPr lang="de-DE" sz="2400" b="0" u="none" strike="noStrike">
              <a:solidFill>
                <a:srgbClr val="000000"/>
              </a:solidFill>
              <a:effectLst/>
              <a:uFillTx/>
              <a:latin typeface="Arial"/>
            </a:endParaRPr>
          </a:p>
        </p:txBody>
      </p:sp>
      <p:pic>
        <p:nvPicPr>
          <p:cNvPr id="169" name=""/>
          <p:cNvPicPr/>
          <p:nvPr/>
        </p:nvPicPr>
        <p:blipFill>
          <a:blip r:embed="rId1"/>
          <a:stretch/>
        </p:blipFill>
        <p:spPr>
          <a:xfrm>
            <a:off x="6840000" y="0"/>
            <a:ext cx="2700000" cy="2700000"/>
          </a:xfrm>
          <a:prstGeom prst="rect">
            <a:avLst/>
          </a:prstGeom>
          <a:noFill/>
          <a:ln w="0">
            <a:noFill/>
          </a:ln>
        </p:spPr>
      </p:pic>
      <p:sp>
        <p:nvSpPr>
          <p:cNvPr id="3" name="PlaceHolder 2"/>
          <p:cNvSpPr>
            <a:spLocks noGrp="1"/>
          </p:cNvSpPr>
          <p:nvPr>
            <p:ph type="ftr" idx="17"/>
          </p:nvPr>
        </p:nvSpPr>
        <p:spPr/>
        <p:txBody>
          <a:bodyPr/>
          <a:p>
            <a:r>
              <a:t>Elias Schmidt &amp; Beat Höllwarth </a:t>
            </a:r>
          </a:p>
        </p:txBody>
      </p:sp>
      <p:sp>
        <p:nvSpPr>
          <p:cNvPr id="4" name="PlaceHolder 3"/>
          <p:cNvSpPr>
            <a:spLocks noGrp="1"/>
          </p:cNvSpPr>
          <p:nvPr>
            <p:ph type="sldNum" idx="18"/>
          </p:nvPr>
        </p:nvSpPr>
        <p:spPr/>
        <p:txBody>
          <a:bodyPr/>
          <a:p>
            <a:fld id="{1671227A-22B7-453C-983B-6B1558FB8946}" type="slidenum">
              <a:t>14</a:t>
            </a:fld>
          </a:p>
        </p:txBody>
      </p:sp>
      <p:sp>
        <p:nvSpPr>
          <p:cNvPr id="5" name="PlaceHolder 4"/>
          <p:cNvSpPr>
            <a:spLocks noGrp="1"/>
          </p:cNvSpPr>
          <p:nvPr>
            <p:ph type="dt" idx="16"/>
          </p:nvPr>
        </p:nvSpPr>
        <p:spPr/>
        <p:txBody>
          <a:bodyPr/>
          <a:p>
            <a:fld id="{0D2B5328-00A9-49F3-B325-1FA668508B57}" type="datetime1">
              <a:rPr lang="de-DE"/>
              <a:t>20.04.2026</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grpSp>
        <p:nvGrpSpPr>
          <p:cNvPr id="171" name="Diagram 1"/>
          <p:cNvGrpSpPr/>
          <p:nvPr/>
        </p:nvGrpSpPr>
        <p:grpSpPr>
          <a:xfrm>
            <a:off x="838080" y="5746320"/>
            <a:ext cx="10514880" cy="391320"/>
            <a:chOff x="838080" y="5746320"/>
            <a:chExt cx="10514880" cy="391320"/>
          </a:xfrm>
        </p:grpSpPr>
        <p:sp>
          <p:nvSpPr>
            <p:cNvPr id="172" name=""/>
            <p:cNvSpPr/>
            <p:nvPr/>
          </p:nvSpPr>
          <p:spPr>
            <a:xfrm>
              <a:off x="838080" y="5746320"/>
              <a:ext cx="10514880" cy="391320"/>
            </a:xfrm>
            <a:prstGeom prst="rect">
              <a:avLst/>
            </a:prstGeom>
            <a:noFill/>
            <a:ln w="0">
              <a:noFill/>
            </a:ln>
          </p:spPr>
          <p:style>
            <a:lnRef idx="0"/>
            <a:fillRef idx="0"/>
            <a:effectRef idx="0"/>
            <a:fontRef idx="minor"/>
          </p:style>
          <p:txBody>
            <a:bodyPr lIns="90000" rIns="90000" tIns="45000" bIns="45000" anchor="t">
              <a:noAutofit/>
            </a:bodyPr>
            <a:p>
              <a:endParaRPr lang="de-DE" sz="1800" b="0" u="none" strike="noStrike">
                <a:solidFill>
                  <a:srgbClr val="000000"/>
                </a:solidFill>
                <a:effectLst/>
                <a:uFillTx/>
                <a:latin typeface="Arial"/>
              </a:endParaRPr>
            </a:p>
          </p:txBody>
        </p:sp>
        <p:sp>
          <p:nvSpPr>
            <p:cNvPr id="173" name=""/>
            <p:cNvSpPr/>
            <p:nvPr/>
          </p:nvSpPr>
          <p:spPr>
            <a:xfrm>
              <a:off x="839520" y="5746320"/>
              <a:ext cx="2502720" cy="391320"/>
            </a:xfrm>
            <a:prstGeom prst="homePlate">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10656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Projekt</a:t>
              </a:r>
              <a:endParaRPr lang="de-DE" sz="2000" b="0" u="none" strike="noStrike">
                <a:solidFill>
                  <a:srgbClr val="ffffff"/>
                </a:solidFill>
                <a:effectLst/>
                <a:uFillTx/>
                <a:latin typeface="Arial"/>
              </a:endParaRPr>
            </a:p>
          </p:txBody>
        </p:sp>
        <p:sp>
          <p:nvSpPr>
            <p:cNvPr id="174" name=""/>
            <p:cNvSpPr/>
            <p:nvPr/>
          </p:nvSpPr>
          <p:spPr>
            <a:xfrm>
              <a:off x="2841840" y="5746320"/>
              <a:ext cx="2502720" cy="391320"/>
            </a:xfrm>
            <a:prstGeom prst="chevron">
              <a:avLst>
                <a:gd name="adj" fmla="val 50000"/>
              </a:avLst>
            </a:prstGeom>
            <a:solidFill>
              <a:schemeClr val="accent1"/>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Soll-Konzept</a:t>
              </a:r>
              <a:endParaRPr lang="de-DE" sz="2000" b="0" u="none" strike="noStrike">
                <a:solidFill>
                  <a:srgbClr val="ffffff"/>
                </a:solidFill>
                <a:effectLst/>
                <a:uFillTx/>
                <a:latin typeface="Arial"/>
              </a:endParaRPr>
            </a:p>
          </p:txBody>
        </p:sp>
        <p:sp>
          <p:nvSpPr>
            <p:cNvPr id="175" name=""/>
            <p:cNvSpPr/>
            <p:nvPr/>
          </p:nvSpPr>
          <p:spPr>
            <a:xfrm>
              <a:off x="4844160" y="5746320"/>
              <a:ext cx="2502720" cy="391320"/>
            </a:xfrm>
            <a:prstGeom prst="chevron">
              <a:avLst>
                <a:gd name="adj" fmla="val 50000"/>
              </a:avLst>
            </a:prstGeom>
            <a:solidFill>
              <a:schemeClr val="accent2"/>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Ist-Zustand</a:t>
              </a:r>
              <a:endParaRPr lang="de-DE" sz="2000" b="0" u="none" strike="noStrike">
                <a:solidFill>
                  <a:srgbClr val="ffffff"/>
                </a:solidFill>
                <a:effectLst/>
                <a:uFillTx/>
                <a:latin typeface="Arial"/>
              </a:endParaRPr>
            </a:p>
          </p:txBody>
        </p:sp>
        <p:sp>
          <p:nvSpPr>
            <p:cNvPr id="176" name=""/>
            <p:cNvSpPr/>
            <p:nvPr/>
          </p:nvSpPr>
          <p:spPr>
            <a:xfrm>
              <a:off x="684648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Zielsetzung</a:t>
              </a:r>
              <a:endParaRPr lang="de-DE" sz="2000" b="0" u="none" strike="noStrike">
                <a:solidFill>
                  <a:srgbClr val="ffffff"/>
                </a:solidFill>
                <a:effectLst/>
                <a:uFillTx/>
                <a:latin typeface="Arial"/>
              </a:endParaRPr>
            </a:p>
          </p:txBody>
        </p:sp>
        <p:sp>
          <p:nvSpPr>
            <p:cNvPr id="177" name=""/>
            <p:cNvSpPr/>
            <p:nvPr/>
          </p:nvSpPr>
          <p:spPr>
            <a:xfrm>
              <a:off x="884916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Ausblick</a:t>
              </a:r>
              <a:endParaRPr lang="de-DE" sz="2000" b="0" u="none" strike="noStrike">
                <a:solidFill>
                  <a:srgbClr val="ffffff"/>
                </a:solidFill>
                <a:effectLst/>
                <a:uFillTx/>
                <a:latin typeface="Arial"/>
              </a:endParaRPr>
            </a:p>
          </p:txBody>
        </p:sp>
      </p:grpSp>
      <p:sp>
        <p:nvSpPr>
          <p:cNvPr id="178" name="PlaceHolder 15"/>
          <p:cNvSpPr txBox="1"/>
          <p:nvPr/>
        </p:nvSpPr>
        <p:spPr>
          <a:xfrm>
            <a:off x="5220000" y="1825920"/>
            <a:ext cx="5281920" cy="3701880"/>
          </a:xfrm>
          <a:prstGeom prst="rect">
            <a:avLst/>
          </a:prstGeom>
          <a:noFill/>
          <a:ln w="0">
            <a:noFill/>
          </a:ln>
        </p:spPr>
        <p:txBody>
          <a:bodyPr anchor="t">
            <a:noAutofit/>
          </a:bodyPr>
          <a:p>
            <a:pPr marL="108000" defTabSz="914400">
              <a:lnSpc>
                <a:spcPct val="90000"/>
              </a:lnSpc>
              <a:spcBef>
                <a:spcPts val="1417"/>
              </a:spcBef>
            </a:pPr>
            <a:endParaRPr lang="de-DE" sz="2800" b="0" u="none" strike="noStrike">
              <a:solidFill>
                <a:schemeClr val="dk1"/>
              </a:solidFill>
              <a:effectLst/>
              <a:uFillTx/>
              <a:latin typeface="Calibri"/>
            </a:endParaRPr>
          </a:p>
          <a:p>
            <a:pPr marL="108000" defTabSz="914400">
              <a:lnSpc>
                <a:spcPct val="90000"/>
              </a:lnSpc>
              <a:spcBef>
                <a:spcPts val="1417"/>
              </a:spcBef>
            </a:pPr>
            <a:endParaRPr lang="de-DE" sz="2800" b="0" u="none" strike="noStrike">
              <a:solidFill>
                <a:schemeClr val="dk1"/>
              </a:solidFill>
              <a:effectLst/>
              <a:uFillTx/>
              <a:latin typeface="Calibri"/>
            </a:endParaRPr>
          </a:p>
        </p:txBody>
      </p:sp>
      <p:pic>
        <p:nvPicPr>
          <p:cNvPr id="179" name="Grafik 3"/>
          <p:cNvPicPr/>
          <p:nvPr/>
        </p:nvPicPr>
        <p:blipFill>
          <a:blip r:embed="rId1"/>
          <a:stretch/>
        </p:blipFill>
        <p:spPr>
          <a:xfrm>
            <a:off x="243000" y="1980000"/>
            <a:ext cx="4977000" cy="3213360"/>
          </a:xfrm>
          <a:prstGeom prst="rect">
            <a:avLst/>
          </a:prstGeom>
          <a:noFill/>
          <a:ln w="0">
            <a:noFill/>
          </a:ln>
        </p:spPr>
      </p:pic>
      <p:pic>
        <p:nvPicPr>
          <p:cNvPr id="180" name=""/>
          <p:cNvPicPr/>
          <p:nvPr/>
        </p:nvPicPr>
        <p:blipFill>
          <a:blip r:embed="rId2"/>
          <a:stretch/>
        </p:blipFill>
        <p:spPr>
          <a:xfrm>
            <a:off x="6480000" y="1980000"/>
            <a:ext cx="5400000" cy="3205440"/>
          </a:xfrm>
          <a:prstGeom prst="rect">
            <a:avLst/>
          </a:prstGeom>
          <a:noFill/>
          <a:ln w="0">
            <a:noFill/>
          </a:ln>
        </p:spPr>
      </p:pic>
      <p:pic>
        <p:nvPicPr>
          <p:cNvPr id="181" name=""/>
          <p:cNvPicPr/>
          <p:nvPr/>
        </p:nvPicPr>
        <p:blipFill>
          <a:blip r:embed="rId3"/>
          <a:srcRect l="25742" t="39228" r="26998" b="40510"/>
          <a:stretch/>
        </p:blipFill>
        <p:spPr>
          <a:xfrm>
            <a:off x="5220000" y="3240000"/>
            <a:ext cx="1259640" cy="539640"/>
          </a:xfrm>
          <a:prstGeom prst="rect">
            <a:avLst/>
          </a:prstGeom>
          <a:noFill/>
          <a:ln w="0">
            <a:noFill/>
          </a:ln>
        </p:spPr>
      </p:pic>
      <p:sp>
        <p:nvSpPr>
          <p:cNvPr id="3" name="PlaceHolder 2"/>
          <p:cNvSpPr>
            <a:spLocks noGrp="1"/>
          </p:cNvSpPr>
          <p:nvPr>
            <p:ph type="ftr" idx="17"/>
          </p:nvPr>
        </p:nvSpPr>
        <p:spPr/>
        <p:txBody>
          <a:bodyPr/>
          <a:p>
            <a:r>
              <a:t>Elias Schmidt &amp; Beat Höllwarth </a:t>
            </a:r>
          </a:p>
        </p:txBody>
      </p:sp>
      <p:sp>
        <p:nvSpPr>
          <p:cNvPr id="4" name="PlaceHolder 3"/>
          <p:cNvSpPr>
            <a:spLocks noGrp="1"/>
          </p:cNvSpPr>
          <p:nvPr>
            <p:ph type="sldNum" idx="18"/>
          </p:nvPr>
        </p:nvSpPr>
        <p:spPr/>
        <p:txBody>
          <a:bodyPr/>
          <a:p>
            <a:fld id="{43976A77-9FDD-4EB2-9251-D4CCF31EF425}" type="slidenum">
              <a:t>15</a:t>
            </a:fld>
          </a:p>
        </p:txBody>
      </p:sp>
      <p:sp>
        <p:nvSpPr>
          <p:cNvPr id="5" name="PlaceHolder 4"/>
          <p:cNvSpPr>
            <a:spLocks noGrp="1"/>
          </p:cNvSpPr>
          <p:nvPr>
            <p:ph type="dt" idx="16"/>
          </p:nvPr>
        </p:nvSpPr>
        <p:spPr/>
        <p:txBody>
          <a:bodyPr/>
          <a:p>
            <a:fld id="{C231A12C-BB3D-4F92-B8F6-3B2696334FEA}" type="datetime1">
              <a:rPr lang="de-DE"/>
              <a:t>20.04.2026</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401040"/>
            <a:ext cx="726156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Arial Black"/>
              </a:rPr>
              <a:t>Ist-Zustand</a:t>
            </a:r>
            <a:endParaRPr lang="de-DE" sz="4400" b="0" u="none" strike="noStrike">
              <a:solidFill>
                <a:schemeClr val="dk1"/>
              </a:solidFill>
              <a:effectLst/>
              <a:uFillTx/>
              <a:latin typeface="Calibri"/>
            </a:endParaRPr>
          </a:p>
        </p:txBody>
      </p:sp>
      <p:grpSp>
        <p:nvGrpSpPr>
          <p:cNvPr id="183" name="Diagram 5"/>
          <p:cNvGrpSpPr/>
          <p:nvPr/>
        </p:nvGrpSpPr>
        <p:grpSpPr>
          <a:xfrm>
            <a:off x="838080" y="5746320"/>
            <a:ext cx="10514880" cy="391320"/>
            <a:chOff x="838080" y="5746320"/>
            <a:chExt cx="10514880" cy="391320"/>
          </a:xfrm>
        </p:grpSpPr>
        <p:sp>
          <p:nvSpPr>
            <p:cNvPr id="184" name=""/>
            <p:cNvSpPr/>
            <p:nvPr/>
          </p:nvSpPr>
          <p:spPr>
            <a:xfrm>
              <a:off x="838080" y="5746320"/>
              <a:ext cx="10514880" cy="391320"/>
            </a:xfrm>
            <a:prstGeom prst="rect">
              <a:avLst/>
            </a:prstGeom>
            <a:noFill/>
            <a:ln w="0">
              <a:noFill/>
            </a:ln>
          </p:spPr>
          <p:style>
            <a:lnRef idx="0"/>
            <a:fillRef idx="0"/>
            <a:effectRef idx="0"/>
            <a:fontRef idx="minor"/>
          </p:style>
          <p:txBody>
            <a:bodyPr lIns="90000" rIns="90000" tIns="45000" bIns="45000" anchor="t">
              <a:noAutofit/>
            </a:bodyPr>
            <a:p>
              <a:endParaRPr lang="de-DE" sz="1800" b="0" u="none" strike="noStrike">
                <a:solidFill>
                  <a:srgbClr val="000000"/>
                </a:solidFill>
                <a:effectLst/>
                <a:uFillTx/>
                <a:latin typeface="Arial"/>
              </a:endParaRPr>
            </a:p>
          </p:txBody>
        </p:sp>
        <p:sp>
          <p:nvSpPr>
            <p:cNvPr id="185" name=""/>
            <p:cNvSpPr/>
            <p:nvPr/>
          </p:nvSpPr>
          <p:spPr>
            <a:xfrm>
              <a:off x="839520" y="5746320"/>
              <a:ext cx="2502720" cy="391320"/>
            </a:xfrm>
            <a:prstGeom prst="homePlate">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10656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Projekt</a:t>
              </a:r>
              <a:endParaRPr lang="de-DE" sz="2000" b="0" u="none" strike="noStrike">
                <a:solidFill>
                  <a:srgbClr val="ffffff"/>
                </a:solidFill>
                <a:effectLst/>
                <a:uFillTx/>
                <a:latin typeface="Arial"/>
              </a:endParaRPr>
            </a:p>
          </p:txBody>
        </p:sp>
        <p:sp>
          <p:nvSpPr>
            <p:cNvPr id="186" name=""/>
            <p:cNvSpPr/>
            <p:nvPr/>
          </p:nvSpPr>
          <p:spPr>
            <a:xfrm>
              <a:off x="2841840" y="5746320"/>
              <a:ext cx="2502720" cy="391320"/>
            </a:xfrm>
            <a:prstGeom prst="chevron">
              <a:avLst>
                <a:gd name="adj" fmla="val 50000"/>
              </a:avLst>
            </a:prstGeom>
            <a:solidFill>
              <a:schemeClr val="accent1"/>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Soll-Konzept</a:t>
              </a:r>
              <a:endParaRPr lang="de-DE" sz="2000" b="0" u="none" strike="noStrike">
                <a:solidFill>
                  <a:srgbClr val="ffffff"/>
                </a:solidFill>
                <a:effectLst/>
                <a:uFillTx/>
                <a:latin typeface="Arial"/>
              </a:endParaRPr>
            </a:p>
          </p:txBody>
        </p:sp>
        <p:sp>
          <p:nvSpPr>
            <p:cNvPr id="187" name=""/>
            <p:cNvSpPr/>
            <p:nvPr/>
          </p:nvSpPr>
          <p:spPr>
            <a:xfrm>
              <a:off x="4844160" y="5746320"/>
              <a:ext cx="2502720" cy="391320"/>
            </a:xfrm>
            <a:prstGeom prst="chevron">
              <a:avLst>
                <a:gd name="adj" fmla="val 50000"/>
              </a:avLst>
            </a:prstGeom>
            <a:solidFill>
              <a:schemeClr val="accent2"/>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Ist-Zustand</a:t>
              </a:r>
              <a:endParaRPr lang="de-DE" sz="2000" b="0" u="none" strike="noStrike">
                <a:solidFill>
                  <a:srgbClr val="ffffff"/>
                </a:solidFill>
                <a:effectLst/>
                <a:uFillTx/>
                <a:latin typeface="Arial"/>
              </a:endParaRPr>
            </a:p>
          </p:txBody>
        </p:sp>
        <p:sp>
          <p:nvSpPr>
            <p:cNvPr id="188" name=""/>
            <p:cNvSpPr/>
            <p:nvPr/>
          </p:nvSpPr>
          <p:spPr>
            <a:xfrm>
              <a:off x="684648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Zielsetzung</a:t>
              </a:r>
              <a:endParaRPr lang="de-DE" sz="2000" b="0" u="none" strike="noStrike">
                <a:solidFill>
                  <a:srgbClr val="ffffff"/>
                </a:solidFill>
                <a:effectLst/>
                <a:uFillTx/>
                <a:latin typeface="Arial"/>
              </a:endParaRPr>
            </a:p>
          </p:txBody>
        </p:sp>
        <p:sp>
          <p:nvSpPr>
            <p:cNvPr id="189" name=""/>
            <p:cNvSpPr/>
            <p:nvPr/>
          </p:nvSpPr>
          <p:spPr>
            <a:xfrm>
              <a:off x="8849160" y="5746320"/>
              <a:ext cx="2502720" cy="391320"/>
            </a:xfrm>
            <a:prstGeom prst="chevron">
              <a:avLst>
                <a:gd name="adj" fmla="val 50000"/>
              </a:avLst>
            </a:prstGeom>
            <a:solidFill>
              <a:schemeClr val="accent1">
                <a:hueOff val="0"/>
                <a:satOff val="0"/>
                <a:lumOff val="0"/>
                <a:alphaOff val="0"/>
              </a:schemeClr>
            </a:solidFill>
            <a:ln>
              <a:noFill/>
            </a:ln>
          </p:spPr>
          <p:style>
            <a:lnRef idx="2"/>
            <a:fillRef idx="0"/>
            <a:effectRef idx="0"/>
            <a:fontRef idx="minor"/>
          </p:style>
          <p:txBody>
            <a:bodyPr numCol="1" spcCol="1440" lIns="79920" rIns="26640" tIns="53280" bIns="53280" anchor="ctr">
              <a:noAutofit/>
            </a:bodyPr>
            <a:p>
              <a:pPr algn="ctr" defTabSz="888840">
                <a:lnSpc>
                  <a:spcPct val="90000"/>
                </a:lnSpc>
                <a:spcAft>
                  <a:spcPts val="700"/>
                </a:spcAft>
                <a:tabLst>
                  <a:tab algn="l" pos="0"/>
                </a:tabLst>
              </a:pPr>
              <a:r>
                <a:rPr lang="de-DE" sz="2000" b="0" u="none" strike="noStrike">
                  <a:solidFill>
                    <a:schemeClr val="lt1"/>
                  </a:solidFill>
                  <a:effectLst/>
                  <a:uFillTx/>
                  <a:latin typeface="Calibri"/>
                </a:rPr>
                <a:t>Ausblick</a:t>
              </a:r>
              <a:endParaRPr lang="de-DE" sz="2000" b="0" u="none" strike="noStrike">
                <a:solidFill>
                  <a:srgbClr val="ffffff"/>
                </a:solidFill>
                <a:effectLst/>
                <a:uFillTx/>
                <a:latin typeface="Arial"/>
              </a:endParaRPr>
            </a:p>
          </p:txBody>
        </p:sp>
      </p:grpSp>
      <p:sp>
        <p:nvSpPr>
          <p:cNvPr id="190" name="PlaceHolder 17"/>
          <p:cNvSpPr txBox="1"/>
          <p:nvPr/>
        </p:nvSpPr>
        <p:spPr>
          <a:xfrm>
            <a:off x="838080" y="1826280"/>
            <a:ext cx="5281920" cy="3701880"/>
          </a:xfrm>
          <a:prstGeom prst="rect">
            <a:avLst/>
          </a:prstGeom>
          <a:noFill/>
          <a:ln w="0">
            <a:noFill/>
          </a:ln>
        </p:spPr>
        <p:txBody>
          <a:bodyPr anchor="t">
            <a:noAutofit/>
          </a:bodyPr>
          <a:p>
            <a:pPr marL="108000" defTabSz="914400">
              <a:lnSpc>
                <a:spcPct val="90000"/>
              </a:lnSpc>
              <a:spcBef>
                <a:spcPts val="1417"/>
              </a:spcBef>
            </a:pPr>
            <a:r>
              <a:rPr lang="de-DE" sz="2800" b="1" u="none" strike="noStrike">
                <a:solidFill>
                  <a:schemeClr val="dk1"/>
                </a:solidFill>
                <a:effectLst/>
                <a:uFillTx/>
                <a:latin typeface="Arial"/>
              </a:rPr>
              <a:t>Wer erledigt die Aufgaben</a:t>
            </a:r>
            <a:endParaRPr lang="de-DE" sz="2800" b="0" u="none" strike="noStrike">
              <a:solidFill>
                <a:schemeClr val="dk1"/>
              </a:solidFill>
              <a:effectLst/>
              <a:uFillTx/>
              <a:latin typeface="Calibri"/>
            </a:endParaRPr>
          </a:p>
        </p:txBody>
      </p:sp>
      <p:sp>
        <p:nvSpPr>
          <p:cNvPr id="191" name=""/>
          <p:cNvSpPr txBox="1"/>
          <p:nvPr/>
        </p:nvSpPr>
        <p:spPr>
          <a:xfrm>
            <a:off x="838080" y="2490120"/>
            <a:ext cx="10335600" cy="3130560"/>
          </a:xfrm>
          <a:prstGeom prst="rect">
            <a:avLst/>
          </a:prstGeom>
          <a:noFill/>
          <a:ln w="0">
            <a:noFill/>
          </a:ln>
        </p:spPr>
        <p:txBody>
          <a:bodyPr lIns="90000" rIns="90000" tIns="45000" bIns="45000" anchor="t">
            <a:spAutoFit/>
          </a:bodyPr>
          <a:p>
            <a:r>
              <a:rPr lang="de-DE" sz="3200" b="0" u="none" strike="noStrike">
                <a:solidFill>
                  <a:schemeClr val="dk1"/>
                </a:solidFill>
                <a:effectLst/>
                <a:uFillTx/>
                <a:latin typeface="Arial"/>
              </a:rPr>
              <a:t>Elias</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Beat</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      Nelus</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	</a:t>
            </a:r>
            <a:r>
              <a:rPr lang="de-DE" sz="3200" b="0" u="none" strike="noStrike">
                <a:solidFill>
                  <a:schemeClr val="dk1"/>
                </a:solidFill>
                <a:effectLst/>
                <a:uFillTx/>
                <a:latin typeface="Arial"/>
              </a:rPr>
              <a:t>Jason</a:t>
            </a:r>
            <a:endParaRPr lang="de-DE" sz="3200" b="0" u="none" strike="noStrike">
              <a:solidFill>
                <a:srgbClr val="000000"/>
              </a:solidFill>
              <a:effectLst/>
              <a:uFillTx/>
              <a:latin typeface="Arial"/>
            </a:endParaRPr>
          </a:p>
        </p:txBody>
      </p:sp>
      <p:sp>
        <p:nvSpPr>
          <p:cNvPr id="192" name=""/>
          <p:cNvSpPr txBox="1"/>
          <p:nvPr/>
        </p:nvSpPr>
        <p:spPr>
          <a:xfrm>
            <a:off x="720000" y="3225960"/>
            <a:ext cx="2415600" cy="3490200"/>
          </a:xfrm>
          <a:prstGeom prst="rect">
            <a:avLst/>
          </a:prstGeom>
          <a:noFill/>
          <a:ln w="0">
            <a:noFill/>
          </a:ln>
        </p:spPr>
        <p:txBody>
          <a:bodyPr lIns="90000" rIns="90000" tIns="45000" bIns="45000" anchor="t">
            <a:spAutoFit/>
          </a:bodyPr>
          <a:p>
            <a:r>
              <a:rPr lang="de-DE" sz="2000" b="0" u="none" strike="noStrike">
                <a:solidFill>
                  <a:schemeClr val="dk1"/>
                </a:solidFill>
                <a:effectLst/>
                <a:uFillTx/>
                <a:latin typeface="Arial"/>
              </a:rPr>
              <a:t>- Etablierung der</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Kampfberechnung</a:t>
            </a:r>
            <a:endParaRPr lang="de-DE" sz="2000" b="0" u="none" strike="noStrike">
              <a:solidFill>
                <a:srgbClr val="000000"/>
              </a:solidFill>
              <a:effectLst/>
              <a:uFillTx/>
              <a:latin typeface="Arial"/>
            </a:endParaRPr>
          </a:p>
          <a:p>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Bearbeitung des</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Front End</a:t>
            </a:r>
            <a:endParaRPr lang="de-DE" sz="2000" b="0" u="none" strike="noStrike">
              <a:solidFill>
                <a:srgbClr val="000000"/>
              </a:solidFill>
              <a:effectLst/>
              <a:uFillTx/>
              <a:latin typeface="Arial"/>
            </a:endParaRPr>
          </a:p>
        </p:txBody>
      </p:sp>
      <p:sp>
        <p:nvSpPr>
          <p:cNvPr id="193" name=""/>
          <p:cNvSpPr txBox="1"/>
          <p:nvPr/>
        </p:nvSpPr>
        <p:spPr>
          <a:xfrm>
            <a:off x="3302640" y="3202200"/>
            <a:ext cx="2277360" cy="3490200"/>
          </a:xfrm>
          <a:prstGeom prst="rect">
            <a:avLst/>
          </a:prstGeom>
          <a:noFill/>
          <a:ln w="0">
            <a:noFill/>
          </a:ln>
        </p:spPr>
        <p:txBody>
          <a:bodyPr lIns="90000" rIns="90000" tIns="45000" bIns="45000" anchor="t">
            <a:spAutoFit/>
          </a:bodyPr>
          <a:p>
            <a:r>
              <a:rPr lang="de-DE" sz="2000" b="0" u="none" strike="noStrike">
                <a:solidFill>
                  <a:schemeClr val="dk1"/>
                </a:solidFill>
                <a:effectLst/>
                <a:uFillTx/>
                <a:latin typeface="Arial"/>
              </a:rPr>
              <a:t>- Designe und</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Barrierefreiheit</a:t>
            </a:r>
            <a:endParaRPr lang="de-DE" sz="2000" b="0" u="none" strike="noStrike">
              <a:solidFill>
                <a:srgbClr val="000000"/>
              </a:solidFill>
              <a:effectLst/>
              <a:uFillTx/>
              <a:latin typeface="Arial"/>
            </a:endParaRPr>
          </a:p>
          <a:p>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Management </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der Formalitäten</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für das Projekt</a:t>
            </a:r>
            <a:endParaRPr lang="de-DE" sz="2000" b="0" u="none" strike="noStrike">
              <a:solidFill>
                <a:srgbClr val="000000"/>
              </a:solidFill>
              <a:effectLst/>
              <a:uFillTx/>
              <a:latin typeface="Arial"/>
            </a:endParaRPr>
          </a:p>
        </p:txBody>
      </p:sp>
      <p:sp>
        <p:nvSpPr>
          <p:cNvPr id="194" name=""/>
          <p:cNvSpPr txBox="1"/>
          <p:nvPr/>
        </p:nvSpPr>
        <p:spPr>
          <a:xfrm>
            <a:off x="5948280" y="3192480"/>
            <a:ext cx="2415600" cy="3490200"/>
          </a:xfrm>
          <a:prstGeom prst="rect">
            <a:avLst/>
          </a:prstGeom>
          <a:noFill/>
          <a:ln w="0">
            <a:noFill/>
          </a:ln>
        </p:spPr>
        <p:txBody>
          <a:bodyPr lIns="90000" rIns="90000" tIns="45000" bIns="45000" anchor="t">
            <a:spAutoFit/>
          </a:bodyPr>
          <a:p>
            <a:r>
              <a:rPr lang="de-DE" sz="2000" b="0" u="none" strike="noStrike">
                <a:solidFill>
                  <a:schemeClr val="dk1"/>
                </a:solidFill>
                <a:effectLst/>
                <a:uFillTx/>
                <a:latin typeface="Arial"/>
              </a:rPr>
              <a:t>- Verbindung</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zwischen Back</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und Front End</a:t>
            </a:r>
            <a:endParaRPr lang="de-DE" sz="2000" b="0" u="none" strike="noStrike">
              <a:solidFill>
                <a:srgbClr val="000000"/>
              </a:solidFill>
              <a:effectLst/>
              <a:uFillTx/>
              <a:latin typeface="Arial"/>
            </a:endParaRPr>
          </a:p>
          <a:p>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Erstellen von</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entities in der </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Datenbank</a:t>
            </a:r>
            <a:endParaRPr lang="de-DE" sz="2000" b="0" u="none" strike="noStrike">
              <a:solidFill>
                <a:srgbClr val="000000"/>
              </a:solidFill>
              <a:effectLst/>
              <a:uFillTx/>
              <a:latin typeface="Arial"/>
            </a:endParaRPr>
          </a:p>
        </p:txBody>
      </p:sp>
      <p:sp>
        <p:nvSpPr>
          <p:cNvPr id="195" name=""/>
          <p:cNvSpPr txBox="1"/>
          <p:nvPr/>
        </p:nvSpPr>
        <p:spPr>
          <a:xfrm>
            <a:off x="8709120" y="3150000"/>
            <a:ext cx="2700000" cy="3490200"/>
          </a:xfrm>
          <a:prstGeom prst="rect">
            <a:avLst/>
          </a:prstGeom>
          <a:noFill/>
          <a:ln w="0">
            <a:noFill/>
          </a:ln>
        </p:spPr>
        <p:txBody>
          <a:bodyPr lIns="90000" rIns="90000" tIns="45000" bIns="45000" anchor="t">
            <a:spAutoFit/>
          </a:bodyPr>
          <a:p>
            <a:r>
              <a:rPr lang="de-DE" sz="2000" b="0" u="none" strike="noStrike">
                <a:solidFill>
                  <a:schemeClr val="dk1"/>
                </a:solidFill>
                <a:effectLst/>
                <a:uFillTx/>
                <a:latin typeface="Arial"/>
              </a:rPr>
              <a:t>- Unterstützung von </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Nelus in allen</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Bereichen</a:t>
            </a:r>
            <a:endParaRPr lang="de-DE" sz="2000" b="0" u="none" strike="noStrike">
              <a:solidFill>
                <a:srgbClr val="000000"/>
              </a:solidFill>
              <a:effectLst/>
              <a:uFillTx/>
              <a:latin typeface="Arial"/>
            </a:endParaRPr>
          </a:p>
          <a:p>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Detailarbeit für</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Optimierung der PnP</a:t>
            </a:r>
            <a:endParaRPr lang="de-DE" sz="2000" b="0" u="none" strike="noStrike">
              <a:solidFill>
                <a:srgbClr val="000000"/>
              </a:solidFill>
              <a:effectLst/>
              <a:uFillTx/>
              <a:latin typeface="Arial"/>
            </a:endParaRPr>
          </a:p>
          <a:p>
            <a:r>
              <a:rPr lang="de-DE" sz="2000" b="0" u="none" strike="noStrike">
                <a:solidFill>
                  <a:schemeClr val="dk1"/>
                </a:solidFill>
                <a:effectLst/>
                <a:uFillTx/>
                <a:latin typeface="Arial"/>
              </a:rPr>
              <a:t>  Spielererfahrung</a:t>
            </a:r>
            <a:endParaRPr lang="de-DE" sz="2000" b="0" u="none" strike="noStrike">
              <a:solidFill>
                <a:srgbClr val="000000"/>
              </a:solidFill>
              <a:effectLst/>
              <a:uFillTx/>
              <a:latin typeface="Arial"/>
            </a:endParaRPr>
          </a:p>
        </p:txBody>
      </p:sp>
      <p:pic>
        <p:nvPicPr>
          <p:cNvPr id="196" name=""/>
          <p:cNvPicPr/>
          <p:nvPr/>
        </p:nvPicPr>
        <p:blipFill>
          <a:blip r:embed="rId1"/>
          <a:stretch/>
        </p:blipFill>
        <p:spPr>
          <a:xfrm>
            <a:off x="7049520" y="389520"/>
            <a:ext cx="1950480" cy="1950480"/>
          </a:xfrm>
          <a:prstGeom prst="rect">
            <a:avLst/>
          </a:prstGeom>
          <a:noFill/>
          <a:ln w="0">
            <a:noFill/>
          </a:ln>
        </p:spPr>
      </p:pic>
      <p:sp>
        <p:nvSpPr>
          <p:cNvPr id="3" name="PlaceHolder 2"/>
          <p:cNvSpPr>
            <a:spLocks noGrp="1"/>
          </p:cNvSpPr>
          <p:nvPr>
            <p:ph type="ftr" idx="17"/>
          </p:nvPr>
        </p:nvSpPr>
        <p:spPr/>
        <p:txBody>
          <a:bodyPr/>
          <a:p>
            <a:r>
              <a:t>Elias Schmidt &amp; Beat Höllwarth </a:t>
            </a:r>
          </a:p>
        </p:txBody>
      </p:sp>
      <p:sp>
        <p:nvSpPr>
          <p:cNvPr id="4" name="PlaceHolder 3"/>
          <p:cNvSpPr>
            <a:spLocks noGrp="1"/>
          </p:cNvSpPr>
          <p:nvPr>
            <p:ph type="sldNum" idx="18"/>
          </p:nvPr>
        </p:nvSpPr>
        <p:spPr/>
        <p:txBody>
          <a:bodyPr/>
          <a:p>
            <a:fld id="{218F06F7-22CA-4831-8239-B662BBD20D41}" type="slidenum">
              <a:t>16</a:t>
            </a:fld>
          </a:p>
        </p:txBody>
      </p:sp>
      <p:sp>
        <p:nvSpPr>
          <p:cNvPr id="5" name="PlaceHolder 4"/>
          <p:cNvSpPr>
            <a:spLocks noGrp="1"/>
          </p:cNvSpPr>
          <p:nvPr>
            <p:ph type="dt" idx="16"/>
          </p:nvPr>
        </p:nvSpPr>
        <p:spPr/>
        <p:txBody>
          <a:bodyPr/>
          <a:p>
            <a:fld id="{D6B0B09F-082A-4452-8014-B3C7BE8EA0C5}" type="datetime1">
              <a:rPr lang="de-DE"/>
              <a:t>20.04.2026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Zielsetzung </a:t>
            </a:r>
            <a:endParaRPr lang="de-DE" sz="4400" b="0" u="none" strike="noStrike">
              <a:solidFill>
                <a:schemeClr val="dk1"/>
              </a:solidFill>
              <a:effectLst/>
              <a:uFillTx/>
              <a:latin typeface="Calibri"/>
            </a:endParaRPr>
          </a:p>
        </p:txBody>
      </p:sp>
      <p:sp>
        <p:nvSpPr>
          <p:cNvPr id="198" name="PlaceHolder 2"/>
          <p:cNvSpPr>
            <a:spLocks noGrp="1"/>
          </p:cNvSpPr>
          <p:nvPr>
            <p:ph/>
          </p:nvPr>
        </p:nvSpPr>
        <p:spPr>
          <a:xfrm>
            <a:off x="838080" y="1825560"/>
            <a:ext cx="4971960" cy="3704760"/>
          </a:xfrm>
          <a:prstGeom prst="rect">
            <a:avLst/>
          </a:prstGeom>
          <a:noFill/>
          <a:ln w="0">
            <a:noFill/>
          </a:ln>
        </p:spPr>
        <p:txBody>
          <a:bodyPr lIns="91440" rIns="91440" tIns="45720" bIns="45720" anchor="t">
            <a:noAutofit/>
          </a:bodyPr>
          <a:p>
            <a:pPr indent="0" defTabSz="914400">
              <a:lnSpc>
                <a:spcPct val="90000"/>
              </a:lnSpc>
              <a:spcBef>
                <a:spcPts val="1001"/>
              </a:spcBef>
              <a:buNone/>
            </a:pPr>
            <a:r>
              <a:rPr lang="de-DE" sz="2800" b="1" u="none" strike="noStrike">
                <a:solidFill>
                  <a:schemeClr val="dk1"/>
                </a:solidFill>
                <a:effectLst/>
                <a:uFillTx/>
                <a:latin typeface="Arial"/>
              </a:rPr>
              <a:t>Attraktiv</a:t>
            </a:r>
            <a:r>
              <a:rPr lang="de-DE" sz="2800" b="0" u="none" strike="noStrike">
                <a:solidFill>
                  <a:schemeClr val="dk1"/>
                </a:solidFill>
                <a:effectLst/>
                <a:uFillTx/>
                <a:latin typeface="Arial"/>
              </a:rPr>
              <a:t> </a:t>
            </a:r>
            <a:endParaRPr lang="de-DE" sz="2800" b="0" u="none" strike="noStrike">
              <a:solidFill>
                <a:schemeClr val="dk1"/>
              </a:solidFill>
              <a:effectLst/>
              <a:uFillTx/>
              <a:latin typeface="Calibri"/>
            </a:endParaRPr>
          </a:p>
          <a:p>
            <a:pPr marL="457200" indent="-457200" defTabSz="914400">
              <a:lnSpc>
                <a:spcPct val="90000"/>
              </a:lnSpc>
              <a:spcBef>
                <a:spcPts val="1001"/>
              </a:spcBef>
              <a:buClr>
                <a:srgbClr val="000000"/>
              </a:buClr>
              <a:buFont typeface="Arial"/>
              <a:buChar char="•"/>
            </a:pPr>
            <a:r>
              <a:rPr lang="de-DE" sz="2400" b="0" u="none" strike="noStrike">
                <a:solidFill>
                  <a:schemeClr val="dk1"/>
                </a:solidFill>
                <a:effectLst/>
                <a:uFillTx/>
                <a:latin typeface="Arial"/>
              </a:rPr>
              <a:t>Schneller als Excelvorlage</a:t>
            </a:r>
            <a:endParaRPr lang="de-DE" sz="2400" b="0" u="none" strike="noStrike">
              <a:solidFill>
                <a:schemeClr val="dk1"/>
              </a:solidFill>
              <a:effectLst/>
              <a:uFillTx/>
              <a:latin typeface="Calibri"/>
            </a:endParaRPr>
          </a:p>
          <a:p>
            <a:pPr marL="457200" indent="-4572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intuitive Navigation</a:t>
            </a:r>
            <a:endParaRPr lang="de-DE" sz="2400" b="0" u="none" strike="noStrike">
              <a:solidFill>
                <a:schemeClr val="dk1"/>
              </a:solidFill>
              <a:effectLst/>
              <a:uFillTx/>
              <a:latin typeface="Calibri"/>
            </a:endParaRPr>
          </a:p>
          <a:p>
            <a:pPr indent="0" defTabSz="914400">
              <a:lnSpc>
                <a:spcPct val="90000"/>
              </a:lnSpc>
              <a:spcBef>
                <a:spcPts val="1001"/>
              </a:spcBef>
              <a:buNone/>
            </a:pPr>
            <a:endParaRPr lang="de-DE" sz="2800" b="0" u="none" strike="noStrike">
              <a:solidFill>
                <a:schemeClr val="dk1"/>
              </a:solidFill>
              <a:effectLst/>
              <a:uFillTx/>
              <a:latin typeface="Calibri"/>
            </a:endParaRPr>
          </a:p>
        </p:txBody>
      </p:sp>
      <p:graphicFrame>
        <p:nvGraphicFramePr>
          <p:cNvPr id="199" name="Diagram11"/>
          <p:cNvGraphicFramePr/>
          <p:nvPr>
            <p:extLst>
              <p:ext uri="{D42A27DB-BD31-4B8C-83A1-F6EECF244321}">
                <p14:modId xmlns:p14="http://schemas.microsoft.com/office/powerpoint/2010/main" val="1987242009"/>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200" name="Picture 2" descr="Vector die Illustrationshände, die Zielflagge auf weißem Hintergrund halten  584225 Vektor Kunst bei Vecteezy"/>
          <p:cNvPicPr/>
          <p:nvPr/>
        </p:nvPicPr>
        <p:blipFill>
          <a:blip r:embed="rId6"/>
          <a:stretch/>
        </p:blipFill>
        <p:spPr>
          <a:xfrm>
            <a:off x="5581440" y="2245680"/>
            <a:ext cx="4486320" cy="3500280"/>
          </a:xfrm>
          <a:prstGeom prst="rect">
            <a:avLst/>
          </a:prstGeom>
          <a:noFill/>
          <a:ln w="0">
            <a:noFill/>
          </a:ln>
        </p:spPr>
      </p:pic>
      <p:pic>
        <p:nvPicPr>
          <p:cNvPr id="201" name="Picture 6" descr="Echte Verbesserung – oder: Maßnahmen, die auch umgesetzt werden"/>
          <p:cNvPicPr/>
          <p:nvPr/>
        </p:nvPicPr>
        <p:blipFill>
          <a:blip r:embed="rId7"/>
          <a:stretch/>
        </p:blipFill>
        <p:spPr>
          <a:xfrm>
            <a:off x="1521360" y="3429000"/>
            <a:ext cx="3859920" cy="1926000"/>
          </a:xfrm>
          <a:prstGeom prst="rect">
            <a:avLst/>
          </a:prstGeom>
          <a:noFill/>
          <a:ln w="0">
            <a:noFill/>
          </a:ln>
        </p:spPr>
      </p:pic>
      <p:sp>
        <p:nvSpPr>
          <p:cNvPr id="4" name="PlaceHolder 3"/>
          <p:cNvSpPr>
            <a:spLocks noGrp="1"/>
          </p:cNvSpPr>
          <p:nvPr>
            <p:ph type="ftr" idx="17"/>
          </p:nvPr>
        </p:nvSpPr>
        <p:spPr/>
        <p:txBody>
          <a:bodyPr/>
          <a:p>
            <a:r>
              <a:t>Jason Lehmann </a:t>
            </a:r>
          </a:p>
        </p:txBody>
      </p:sp>
      <p:sp>
        <p:nvSpPr>
          <p:cNvPr id="5" name="PlaceHolder 4"/>
          <p:cNvSpPr>
            <a:spLocks noGrp="1"/>
          </p:cNvSpPr>
          <p:nvPr>
            <p:ph type="sldNum" idx="18"/>
          </p:nvPr>
        </p:nvSpPr>
        <p:spPr/>
        <p:txBody>
          <a:bodyPr/>
          <a:p>
            <a:fld id="{A98E4887-4A20-48ED-B91D-ACBFD19D22BA}" type="slidenum">
              <a:t>17</a:t>
            </a:fld>
          </a:p>
        </p:txBody>
      </p:sp>
      <p:sp>
        <p:nvSpPr>
          <p:cNvPr id="6" name="PlaceHolder 5"/>
          <p:cNvSpPr>
            <a:spLocks noGrp="1"/>
          </p:cNvSpPr>
          <p:nvPr>
            <p:ph type="dt" idx="16"/>
          </p:nvPr>
        </p:nvSpPr>
        <p:spPr/>
        <p:txBody>
          <a:bodyPr/>
          <a:p>
            <a:fld id="{9EC1F29A-4103-4D64-BF3E-C162AFC13C3A}" type="datetime1">
              <a:rPr lang="de-DE"/>
              <a:t>20.04.2026</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Zielsetzung </a:t>
            </a:r>
            <a:endParaRPr lang="de-DE" sz="4400" b="0" u="none" strike="noStrike">
              <a:solidFill>
                <a:schemeClr val="dk1"/>
              </a:solidFill>
              <a:effectLst/>
              <a:uFillTx/>
              <a:latin typeface="Calibri"/>
            </a:endParaRPr>
          </a:p>
        </p:txBody>
      </p:sp>
      <p:sp>
        <p:nvSpPr>
          <p:cNvPr id="203" name="PlaceHolder 2"/>
          <p:cNvSpPr>
            <a:spLocks noGrp="1"/>
          </p:cNvSpPr>
          <p:nvPr>
            <p:ph/>
          </p:nvPr>
        </p:nvSpPr>
        <p:spPr>
          <a:xfrm>
            <a:off x="838080" y="1825560"/>
            <a:ext cx="4971960" cy="3704760"/>
          </a:xfrm>
          <a:prstGeom prst="rect">
            <a:avLst/>
          </a:prstGeom>
          <a:noFill/>
          <a:ln w="0">
            <a:noFill/>
          </a:ln>
        </p:spPr>
        <p:txBody>
          <a:bodyPr lIns="91440" rIns="91440" tIns="45720" bIns="45720" anchor="t">
            <a:noAutofit/>
          </a:bodyPr>
          <a:p>
            <a:pPr indent="0" defTabSz="914400">
              <a:lnSpc>
                <a:spcPct val="90000"/>
              </a:lnSpc>
              <a:spcBef>
                <a:spcPts val="1001"/>
              </a:spcBef>
              <a:buNone/>
            </a:pPr>
            <a:r>
              <a:rPr lang="de-DE" sz="2800" b="1" u="none" strike="noStrike">
                <a:solidFill>
                  <a:schemeClr val="dk1"/>
                </a:solidFill>
                <a:effectLst/>
                <a:uFillTx/>
                <a:latin typeface="Arial"/>
              </a:rPr>
              <a:t>Terminierbar</a:t>
            </a:r>
            <a:r>
              <a:rPr lang="de-DE" sz="2800" b="0" u="none" strike="noStrike">
                <a:solidFill>
                  <a:schemeClr val="dk1"/>
                </a:solidFill>
                <a:effectLst/>
                <a:uFillTx/>
                <a:latin typeface="Arial"/>
              </a:rPr>
              <a:t> </a:t>
            </a:r>
            <a:endParaRPr lang="de-DE" sz="2800" b="0" u="none" strike="noStrike">
              <a:solidFill>
                <a:schemeClr val="dk1"/>
              </a:solidFill>
              <a:effectLst/>
              <a:uFillTx/>
              <a:latin typeface="Calibri"/>
            </a:endParaRPr>
          </a:p>
          <a:p>
            <a:pPr marL="457200" indent="-457200" defTabSz="914400">
              <a:lnSpc>
                <a:spcPct val="90000"/>
              </a:lnSpc>
              <a:spcBef>
                <a:spcPts val="1001"/>
              </a:spcBef>
              <a:buClr>
                <a:srgbClr val="000000"/>
              </a:buClr>
              <a:buFont typeface="Arial"/>
              <a:buChar char="•"/>
            </a:pPr>
            <a:r>
              <a:rPr lang="de-DE" sz="2400" b="0" u="none" strike="noStrike">
                <a:solidFill>
                  <a:schemeClr val="dk1"/>
                </a:solidFill>
                <a:effectLst/>
                <a:uFillTx/>
                <a:latin typeface="Arial"/>
              </a:rPr>
              <a:t>Bis Projektende spielbare Version</a:t>
            </a:r>
            <a:br>
              <a:rPr sz="2400"/>
            </a:br>
            <a:r>
              <a:rPr lang="de-DE" sz="2400" b="0" u="none" strike="noStrike">
                <a:solidFill>
                  <a:schemeClr val="dk1"/>
                </a:solidFill>
                <a:effectLst/>
                <a:uFillTx/>
                <a:latin typeface="Arial"/>
              </a:rPr>
              <a:t> </a:t>
            </a:r>
            <a:endParaRPr lang="de-DE" sz="2400" b="0" u="none" strike="noStrike">
              <a:solidFill>
                <a:schemeClr val="dk1"/>
              </a:solidFill>
              <a:effectLst/>
              <a:uFillTx/>
              <a:latin typeface="Calibri"/>
            </a:endParaRPr>
          </a:p>
          <a:p>
            <a:pPr marL="457200" indent="-457200" defTabSz="914400">
              <a:lnSpc>
                <a:spcPct val="90000"/>
              </a:lnSpc>
              <a:spcBef>
                <a:spcPts val="1001"/>
              </a:spcBef>
              <a:buClr>
                <a:srgbClr val="000000"/>
              </a:buClr>
              <a:buFont typeface="Arial"/>
              <a:buChar char="•"/>
            </a:pPr>
            <a:r>
              <a:rPr lang="de-DE" sz="2400" b="0" u="none" strike="noStrike">
                <a:solidFill>
                  <a:schemeClr val="dk1"/>
                </a:solidFill>
                <a:effectLst/>
                <a:uFillTx/>
                <a:latin typeface="Arial"/>
              </a:rPr>
              <a:t>Inkludiert Features aus Soll-Konzept </a:t>
            </a:r>
            <a:endParaRPr lang="de-DE"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de-DE" sz="2800" b="0" u="none" strike="noStrike">
              <a:solidFill>
                <a:schemeClr val="dk1"/>
              </a:solidFill>
              <a:effectLst/>
              <a:uFillTx/>
              <a:latin typeface="Calibri"/>
            </a:endParaRPr>
          </a:p>
        </p:txBody>
      </p:sp>
      <p:graphicFrame>
        <p:nvGraphicFramePr>
          <p:cNvPr id="204" name="Diagram12"/>
          <p:cNvGraphicFramePr/>
          <p:nvPr>
            <p:extLst>
              <p:ext uri="{D42A27DB-BD31-4B8C-83A1-F6EECF244321}">
                <p14:modId xmlns:p14="http://schemas.microsoft.com/office/powerpoint/2010/main" val="240557402"/>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205" name="Picture 2" descr="Deadline Benachrichtigung Ereignis Erinnerung Auf Kalender Vektor Flache  Cartoonsymbol Ausgewählte Wichtige Geplante Oder Fälligkeitsdatum Symbol  Und Vorsicht Hinweis Nachricht Auf Bunten Hintergrundbild Stock Vektor Art  und mehr Bilder von Kalender ..."/>
          <p:cNvPicPr/>
          <p:nvPr/>
        </p:nvPicPr>
        <p:blipFill>
          <a:blip r:embed="rId6"/>
          <a:stretch/>
        </p:blipFill>
        <p:spPr>
          <a:xfrm>
            <a:off x="5476680" y="1327320"/>
            <a:ext cx="5600520" cy="4136400"/>
          </a:xfrm>
          <a:prstGeom prst="rect">
            <a:avLst/>
          </a:prstGeom>
          <a:noFill/>
          <a:ln w="0">
            <a:noFill/>
          </a:ln>
        </p:spPr>
      </p:pic>
      <p:sp>
        <p:nvSpPr>
          <p:cNvPr id="4" name="PlaceHolder 3"/>
          <p:cNvSpPr>
            <a:spLocks noGrp="1"/>
          </p:cNvSpPr>
          <p:nvPr>
            <p:ph type="ftr" idx="17"/>
          </p:nvPr>
        </p:nvSpPr>
        <p:spPr/>
        <p:txBody>
          <a:bodyPr/>
          <a:p>
            <a:r>
              <a:t>Jason Lehmann </a:t>
            </a:r>
          </a:p>
        </p:txBody>
      </p:sp>
      <p:sp>
        <p:nvSpPr>
          <p:cNvPr id="5" name="PlaceHolder 4"/>
          <p:cNvSpPr>
            <a:spLocks noGrp="1"/>
          </p:cNvSpPr>
          <p:nvPr>
            <p:ph type="sldNum" idx="18"/>
          </p:nvPr>
        </p:nvSpPr>
        <p:spPr/>
        <p:txBody>
          <a:bodyPr/>
          <a:p>
            <a:fld id="{9975A3AE-A445-4179-A15E-1D6374ED393E}" type="slidenum">
              <a:t>18</a:t>
            </a:fld>
          </a:p>
        </p:txBody>
      </p:sp>
      <p:sp>
        <p:nvSpPr>
          <p:cNvPr id="6" name="PlaceHolder 5"/>
          <p:cNvSpPr>
            <a:spLocks noGrp="1"/>
          </p:cNvSpPr>
          <p:nvPr>
            <p:ph type="dt" idx="16"/>
          </p:nvPr>
        </p:nvSpPr>
        <p:spPr/>
        <p:txBody>
          <a:bodyPr/>
          <a:p>
            <a:fld id="{79294413-36DC-4F68-91CE-F5CB714CB95B}" type="datetime1">
              <a:rPr lang="de-DE"/>
              <a:t>20.04.2026</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de-DE" sz="4400" b="0" u="none" strike="noStrike">
                <a:solidFill>
                  <a:schemeClr val="dk1"/>
                </a:solidFill>
                <a:effectLst/>
                <a:uFillTx/>
                <a:latin typeface="Arial Black"/>
              </a:rPr>
              <a:t>Zielsetzung </a:t>
            </a:r>
            <a:endParaRPr lang="de-DE" sz="4400" b="0" u="none" strike="noStrike">
              <a:solidFill>
                <a:schemeClr val="dk1"/>
              </a:solidFill>
              <a:effectLst/>
              <a:uFillTx/>
              <a:latin typeface="Calibri"/>
            </a:endParaRPr>
          </a:p>
        </p:txBody>
      </p:sp>
      <p:sp>
        <p:nvSpPr>
          <p:cNvPr id="207" name="PlaceHolder 2"/>
          <p:cNvSpPr>
            <a:spLocks noGrp="1"/>
          </p:cNvSpPr>
          <p:nvPr>
            <p:ph/>
          </p:nvPr>
        </p:nvSpPr>
        <p:spPr>
          <a:xfrm>
            <a:off x="838080" y="1825560"/>
            <a:ext cx="5438520" cy="3704760"/>
          </a:xfrm>
          <a:prstGeom prst="rect">
            <a:avLst/>
          </a:prstGeom>
          <a:noFill/>
          <a:ln w="0">
            <a:noFill/>
          </a:ln>
        </p:spPr>
        <p:txBody>
          <a:bodyPr lIns="91440" rIns="91440" tIns="45720" bIns="45720" anchor="t">
            <a:noAutofit/>
          </a:bodyPr>
          <a:p>
            <a:pPr indent="0" defTabSz="914400">
              <a:lnSpc>
                <a:spcPct val="90000"/>
              </a:lnSpc>
              <a:spcBef>
                <a:spcPts val="1001"/>
              </a:spcBef>
              <a:buNone/>
            </a:pPr>
            <a:r>
              <a:rPr lang="de-DE" sz="2800" b="1" u="none" strike="noStrike">
                <a:solidFill>
                  <a:schemeClr val="dk1"/>
                </a:solidFill>
                <a:effectLst/>
                <a:uFillTx/>
                <a:latin typeface="Arial"/>
              </a:rPr>
              <a:t>Messbar  </a:t>
            </a:r>
            <a:endParaRPr lang="de-DE" sz="2800" b="0" u="none" strike="noStrike">
              <a:solidFill>
                <a:schemeClr val="dk1"/>
              </a:solidFill>
              <a:effectLst/>
              <a:uFillTx/>
              <a:latin typeface="Calibri"/>
            </a:endParaRPr>
          </a:p>
          <a:p>
            <a:pPr marL="228600" indent="-2286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Black-Box-Tester geben positives Feedback</a:t>
            </a:r>
            <a:endParaRPr lang="de-DE" sz="2400" b="0" u="none" strike="noStrike">
              <a:solidFill>
                <a:schemeClr val="dk1"/>
              </a:solidFill>
              <a:effectLst/>
              <a:uFillTx/>
              <a:latin typeface="Calibri"/>
            </a:endParaRPr>
          </a:p>
          <a:p>
            <a:pPr marL="228600" indent="-2286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Bewertungsskala </a:t>
            </a:r>
            <a:r>
              <a:rPr lang="de-DE" sz="2400" b="1" u="none" strike="noStrike">
                <a:solidFill>
                  <a:srgbClr val="ff0000"/>
                </a:solidFill>
                <a:effectLst/>
                <a:uFillTx/>
                <a:latin typeface="Arial"/>
              </a:rPr>
              <a:t>1</a:t>
            </a:r>
            <a:r>
              <a:rPr lang="de-DE" sz="2400" b="0" u="none" strike="noStrike">
                <a:solidFill>
                  <a:schemeClr val="dk1"/>
                </a:solidFill>
                <a:effectLst/>
                <a:uFillTx/>
                <a:latin typeface="Arial"/>
              </a:rPr>
              <a:t> bis </a:t>
            </a:r>
            <a:r>
              <a:rPr lang="de-DE" sz="2400" b="1" u="none" strike="noStrike">
                <a:solidFill>
                  <a:schemeClr val="accent6"/>
                </a:solidFill>
                <a:effectLst/>
                <a:uFillTx/>
                <a:latin typeface="Arial"/>
              </a:rPr>
              <a:t>10</a:t>
            </a:r>
            <a:endParaRPr lang="de-DE" sz="2400" b="0" u="none" strike="noStrike">
              <a:solidFill>
                <a:schemeClr val="dk1"/>
              </a:solidFill>
              <a:effectLst/>
              <a:uFillTx/>
              <a:latin typeface="Calibri"/>
            </a:endParaRPr>
          </a:p>
          <a:p>
            <a:pPr marL="228600" indent="-228600" defTabSz="914400">
              <a:lnSpc>
                <a:spcPct val="100000"/>
              </a:lnSpc>
              <a:spcBef>
                <a:spcPts val="1001"/>
              </a:spcBef>
              <a:buClr>
                <a:srgbClr val="000000"/>
              </a:buClr>
              <a:buFont typeface="Arial"/>
              <a:buChar char="•"/>
            </a:pPr>
            <a:r>
              <a:rPr lang="de-DE" sz="2400" b="0" u="none" strike="noStrike">
                <a:solidFill>
                  <a:schemeClr val="dk1"/>
                </a:solidFill>
                <a:effectLst/>
                <a:uFillTx/>
                <a:latin typeface="Arial"/>
              </a:rPr>
              <a:t>Ziel: 7,5  </a:t>
            </a:r>
            <a:endParaRPr lang="de-DE" sz="2400" b="0" u="none" strike="noStrike">
              <a:solidFill>
                <a:schemeClr val="dk1"/>
              </a:solidFill>
              <a:effectLst/>
              <a:uFillTx/>
              <a:latin typeface="Calibri"/>
            </a:endParaRPr>
          </a:p>
          <a:p>
            <a:pPr indent="0" defTabSz="914400">
              <a:lnSpc>
                <a:spcPct val="90000"/>
              </a:lnSpc>
              <a:spcBef>
                <a:spcPts val="1001"/>
              </a:spcBef>
              <a:buNone/>
              <a:tabLst>
                <a:tab algn="l" pos="0"/>
              </a:tabLst>
            </a:pPr>
            <a:endParaRPr lang="de-DE" sz="2800" b="0" u="none" strike="noStrike">
              <a:solidFill>
                <a:schemeClr val="dk1"/>
              </a:solidFill>
              <a:effectLst/>
              <a:uFillTx/>
              <a:latin typeface="Calibri"/>
            </a:endParaRPr>
          </a:p>
        </p:txBody>
      </p:sp>
      <p:graphicFrame>
        <p:nvGraphicFramePr>
          <p:cNvPr id="208" name="Diagram13"/>
          <p:cNvGraphicFramePr/>
          <p:nvPr>
            <p:extLst>
              <p:ext uri="{D42A27DB-BD31-4B8C-83A1-F6EECF244321}">
                <p14:modId xmlns:p14="http://schemas.microsoft.com/office/powerpoint/2010/main" val="603000714"/>
              </p:ext>
            </p:extLst>
          </p:nvPr>
        </p:nvGraphicFramePr>
        <p:xfrm>
          <a:off x="838080" y="5746320"/>
          <a:ext cx="10514880" cy="391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209" name="Picture 2"/>
          <p:cNvPicPr/>
          <p:nvPr/>
        </p:nvPicPr>
        <p:blipFill>
          <a:blip r:embed="rId6"/>
          <a:stretch/>
        </p:blipFill>
        <p:spPr>
          <a:xfrm>
            <a:off x="2303640" y="3642480"/>
            <a:ext cx="280080" cy="303480"/>
          </a:xfrm>
          <a:prstGeom prst="rect">
            <a:avLst/>
          </a:prstGeom>
          <a:noFill/>
          <a:ln w="0">
            <a:noFill/>
          </a:ln>
        </p:spPr>
      </p:pic>
      <p:pic>
        <p:nvPicPr>
          <p:cNvPr id="210" name="Picture 4" descr="Bewerten Sie uns mit Balken von 1 bis 10, Vektorgrafik im flachen Design,  isoliert auf weißem Hintergrund | Premium Vektor"/>
          <p:cNvPicPr/>
          <p:nvPr/>
        </p:nvPicPr>
        <p:blipFill>
          <a:blip r:embed="rId7"/>
          <a:srcRect l="0" t="32091" r="0" b="33404"/>
          <a:stretch/>
        </p:blipFill>
        <p:spPr>
          <a:xfrm>
            <a:off x="3966840" y="3973680"/>
            <a:ext cx="7680600" cy="1324800"/>
          </a:xfrm>
          <a:prstGeom prst="rect">
            <a:avLst/>
          </a:prstGeom>
          <a:noFill/>
          <a:ln w="0">
            <a:noFill/>
          </a:ln>
        </p:spPr>
      </p:pic>
      <p:pic>
        <p:nvPicPr>
          <p:cNvPr id="211" name="Picture 6" descr="aufgerollte Maßbandskizze. Maßband. nähhandwerksattribut,  schneidereiwerkstattausrüstung. diät, gewichtsverlustsymbol. Länge,  Größenmesswerkzeug. professionelles schneiderinstrument 8143497 Vektor  Kunst bei Vecteezy"/>
          <p:cNvPicPr/>
          <p:nvPr/>
        </p:nvPicPr>
        <p:blipFill>
          <a:blip r:embed="rId8"/>
          <a:stretch/>
        </p:blipFill>
        <p:spPr>
          <a:xfrm>
            <a:off x="5753160" y="1275840"/>
            <a:ext cx="4266720" cy="2697480"/>
          </a:xfrm>
          <a:prstGeom prst="rect">
            <a:avLst/>
          </a:prstGeom>
          <a:noFill/>
          <a:ln w="0">
            <a:noFill/>
          </a:ln>
        </p:spPr>
      </p:pic>
      <p:sp>
        <p:nvSpPr>
          <p:cNvPr id="4" name="PlaceHolder 3"/>
          <p:cNvSpPr>
            <a:spLocks noGrp="1"/>
          </p:cNvSpPr>
          <p:nvPr>
            <p:ph type="ftr" idx="17"/>
          </p:nvPr>
        </p:nvSpPr>
        <p:spPr/>
        <p:txBody>
          <a:bodyPr/>
          <a:p>
            <a:r>
              <a:t>Jason Lehmann </a:t>
            </a:r>
          </a:p>
        </p:txBody>
      </p:sp>
      <p:sp>
        <p:nvSpPr>
          <p:cNvPr id="5" name="PlaceHolder 4"/>
          <p:cNvSpPr>
            <a:spLocks noGrp="1"/>
          </p:cNvSpPr>
          <p:nvPr>
            <p:ph type="sldNum" idx="18"/>
          </p:nvPr>
        </p:nvSpPr>
        <p:spPr/>
        <p:txBody>
          <a:bodyPr/>
          <a:p>
            <a:fld id="{3744E0C0-0C72-4B6F-8AC6-364B5AE4EE46}" type="slidenum">
              <a:t>19</a:t>
            </a:fld>
          </a:p>
        </p:txBody>
      </p:sp>
      <p:sp>
        <p:nvSpPr>
          <p:cNvPr id="6" name="PlaceHolder 5"/>
          <p:cNvSpPr>
            <a:spLocks noGrp="1"/>
          </p:cNvSpPr>
          <p:nvPr>
            <p:ph type="dt" idx="16"/>
          </p:nvPr>
        </p:nvSpPr>
        <p:spPr/>
        <p:txBody>
          <a:bodyPr/>
          <a:p>
            <a:fld id="{F2F62C8E-6AAD-4C6E-8ACC-3605EE32177E}" type="datetime1">
              <a:rPr lang="de-DE"/>
              <a:t>20.04.2026</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2" name="Rectangle 118">
            <a:extLst>
              <a:ext uri="{C183D7F6-B498-43B3-948B-1728B52AA6E4}">
                <adec:decorative xmlns:adec="http://schemas.microsoft.com/office/drawing/2017/decorative" val="1"/>
              </a:ext>
            </a:extLst>
          </p:cNvPr>
          <p:cNvSpPr/>
          <p:nvPr/>
        </p:nvSpPr>
        <p:spPr>
          <a:xfrm>
            <a:off x="0" y="0"/>
            <a:ext cx="1218852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Calibri"/>
            </a:endParaRPr>
          </a:p>
        </p:txBody>
      </p:sp>
      <p:pic>
        <p:nvPicPr>
          <p:cNvPr id="213" name="Bildplatzhalter 6" descr="Fernglas, das einen Sonnenuntergang reflektiert und auf einem Tisch am Meer liegt"/>
          <p:cNvPicPr/>
          <p:nvPr/>
        </p:nvPicPr>
        <p:blipFill>
          <a:blip r:embed="rId1">
            <a:alphaModFix amt="50000"/>
          </a:blip>
          <a:srcRect l="0" t="6995" r="0" b="8715"/>
          <a:stretch/>
        </p:blipFill>
        <p:spPr>
          <a:xfrm>
            <a:off x="0" y="0"/>
            <a:ext cx="12188520" cy="6857640"/>
          </a:xfrm>
          <a:prstGeom prst="rect">
            <a:avLst/>
          </a:prstGeom>
          <a:noFill/>
          <a:ln w="0">
            <a:noFill/>
          </a:ln>
        </p:spPr>
      </p:pic>
      <p:sp>
        <p:nvSpPr>
          <p:cNvPr id="214" name="PlaceHolder 1"/>
          <p:cNvSpPr>
            <a:spLocks noGrp="1"/>
          </p:cNvSpPr>
          <p:nvPr>
            <p:ph type="title"/>
          </p:nvPr>
        </p:nvSpPr>
        <p:spPr>
          <a:xfrm>
            <a:off x="1523880" y="1122480"/>
            <a:ext cx="9143640" cy="306288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lang="en-US" sz="6600" b="0" u="none" strike="noStrike">
                <a:solidFill>
                  <a:schemeClr val="lt1"/>
                </a:solidFill>
                <a:effectLst/>
                <a:uFillTx/>
                <a:latin typeface="Calibri Light"/>
              </a:rPr>
              <a:t>Ausblick </a:t>
            </a:r>
            <a:endParaRPr lang="de-DE" sz="6600" b="0" u="none" strike="noStrike">
              <a:solidFill>
                <a:schemeClr val="dk1"/>
              </a:solidFill>
              <a:effectLst/>
              <a:uFillTx/>
              <a:latin typeface="Calibri"/>
            </a:endParaRPr>
          </a:p>
        </p:txBody>
      </p:sp>
      <p:sp>
        <p:nvSpPr>
          <p:cNvPr id="215" name="sketchy line">
            <a:extLst>
              <a:ext uri="{C183D7F6-B498-43B3-948B-1728B52AA6E4}">
                <adec:decorative xmlns:adec="http://schemas.microsoft.com/office/drawing/2017/decorative" val="1"/>
              </a:ext>
            </a:extLst>
          </p:cNvPr>
          <p:cNvSpPr/>
          <p:nvPr/>
        </p:nvSpPr>
        <p:spPr>
          <a:xfrm>
            <a:off x="3974040" y="4368600"/>
            <a:ext cx="4243320" cy="18000"/>
          </a:xfrm>
          <a:custGeom>
            <a:avLst/>
            <a:gdLst>
              <a:gd name="textAreaLeft" fmla="*/ 0 w 4243320"/>
              <a:gd name="textAreaRight" fmla="*/ 4243680 w 4243320"/>
              <a:gd name="textAreaTop" fmla="*/ 0 h 18000"/>
              <a:gd name="textAreaBottom" fmla="*/ 18360 h 18000"/>
              <a:gd name="GluePoint1X" fmla="*/ 0 w 4243589"/>
              <a:gd name="GluePoint1Y" fmla="*/ 0 h 18288"/>
              <a:gd name="GluePoint2X" fmla="*/ 478919 w 4243589"/>
              <a:gd name="GluePoint2Y" fmla="*/ 0 h 18288"/>
              <a:gd name="GluePoint3X" fmla="*/ 957839 w 4243589"/>
              <a:gd name="GluePoint3Y" fmla="*/ 0 h 18288"/>
              <a:gd name="GluePoint4X" fmla="*/ 1521630 w 4243589"/>
              <a:gd name="GluePoint4Y" fmla="*/ 0 h 18288"/>
              <a:gd name="GluePoint5X" fmla="*/ 2212729 w 4243589"/>
              <a:gd name="GluePoint5Y" fmla="*/ 0 h 18288"/>
              <a:gd name="GluePoint6X" fmla="*/ 2734084 w 4243589"/>
              <a:gd name="GluePoint6Y" fmla="*/ 0 h 18288"/>
              <a:gd name="GluePoint7X" fmla="*/ 3255439 w 4243589"/>
              <a:gd name="GluePoint7Y" fmla="*/ 0 h 18288"/>
              <a:gd name="GluePoint8X" fmla="*/ 4243589 w 4243589"/>
              <a:gd name="GluePoint8Y" fmla="*/ 0 h 18288"/>
              <a:gd name="GluePoint9X" fmla="*/ 4243589 w 4243589"/>
              <a:gd name="GluePoint9Y" fmla="*/ 18288 h 18288"/>
              <a:gd name="GluePoint10X" fmla="*/ 3594926 w 4243589"/>
              <a:gd name="GluePoint10Y" fmla="*/ 18288 h 18288"/>
              <a:gd name="GluePoint11X" fmla="*/ 3073571 w 4243589"/>
              <a:gd name="GluePoint11Y" fmla="*/ 18288 h 18288"/>
              <a:gd name="GluePoint12X" fmla="*/ 2552216 w 4243589"/>
              <a:gd name="GluePoint12Y" fmla="*/ 18288 h 18288"/>
              <a:gd name="GluePoint13X" fmla="*/ 1903553 w 4243589"/>
              <a:gd name="GluePoint13Y" fmla="*/ 18288 h 18288"/>
              <a:gd name="GluePoint14X" fmla="*/ 1212454 w 4243589"/>
              <a:gd name="GluePoint14Y" fmla="*/ 18288 h 18288"/>
              <a:gd name="GluePoint15X" fmla="*/ 733535 w 4243589"/>
              <a:gd name="GluePoint15Y" fmla="*/ 18288 h 18288"/>
              <a:gd name="GluePoint16X" fmla="*/ 0 w 4243589"/>
              <a:gd name="GluePoint16Y" fmla="*/ 18288 h 18288"/>
              <a:gd name="GluePoint17X" fmla="*/ 0 w 4243589"/>
              <a:gd name="GluePoint17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fill="none" w="4243589" h="18288">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stroke="0" w="4243589" h="18288">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cap="rnd" w="44450">
            <a:solidFill>
              <a:schemeClr val="lt1">
                <a:alpha val="75000"/>
              </a:schemeClr>
            </a:solidFill>
            <a:round/>
          </a:ln>
        </p:spPr>
        <p:style>
          <a:lnRef idx="2">
            <a:schemeClr val="accent1">
              <a:shade val="50000"/>
            </a:schemeClr>
          </a:lnRef>
          <a:fillRef idx="1">
            <a:schemeClr val="accent1"/>
          </a:fillRef>
          <a:effectRef idx="0">
            <a:schemeClr val="accent1"/>
          </a:effectRef>
          <a:fontRef idx="minor"/>
        </p:style>
        <p:txBody>
          <a:bodyPr lIns="90000" rIns="90000" tIns="-26640" bIns="-26640" anchor="ctr">
            <a:noAutofit/>
          </a:bodyPr>
          <a:p>
            <a:pPr algn="ctr" defTabSz="914400">
              <a:lnSpc>
                <a:spcPct val="100000"/>
              </a:lnSpc>
            </a:pPr>
            <a:endParaRPr lang="en-US" sz="1800" b="0" u="none" strike="noStrike">
              <a:solidFill>
                <a:schemeClr val="lt1"/>
              </a:solidFill>
              <a:effectLst/>
              <a:uFillTx/>
              <a:latin typeface="Calibri"/>
            </a:endParaRPr>
          </a:p>
        </p:txBody>
      </p:sp>
      <p:sp>
        <p:nvSpPr>
          <p:cNvPr id="216" name="PlaceHolder 2"/>
          <p:cNvSpPr>
            <a:spLocks noGrp="1"/>
          </p:cNvSpPr>
          <p:nvPr>
            <p:ph type="dt" idx="37"/>
          </p:nvPr>
        </p:nvSpPr>
        <p:spPr>
          <a:xfrm>
            <a:off x="838080" y="6356520"/>
            <a:ext cx="2742840" cy="364680"/>
          </a:xfrm>
          <a:prstGeom prst="rect">
            <a:avLst/>
          </a:prstGeom>
          <a:noFill/>
          <a:ln w="0">
            <a:noFill/>
          </a:ln>
        </p:spPr>
        <p:txBody>
          <a:bodyPr lIns="91440" rIns="91440" tIns="45720" bIns="45720" anchor="ctr">
            <a:normAutofit/>
          </a:bodyPr>
          <a:lstStyle>
            <a:lvl1pPr indent="0" defTabSz="914400">
              <a:lnSpc>
                <a:spcPct val="100000"/>
              </a:lnSpc>
              <a:spcAft>
                <a:spcPts val="601"/>
              </a:spcAft>
              <a:buNone/>
              <a:tabLst>
                <a:tab algn="l" pos="0"/>
              </a:tabLst>
              <a:defRPr lang="en-US" sz="1200" b="0" u="none" strike="noStrike">
                <a:solidFill>
                  <a:srgbClr val="ffffff"/>
                </a:solidFill>
                <a:effectLst/>
                <a:uFillTx/>
                <a:latin typeface="Calibri"/>
              </a:defRPr>
            </a:lvl1pPr>
          </a:lstStyle>
          <a:p>
            <a:pPr indent="0" defTabSz="914400">
              <a:lnSpc>
                <a:spcPct val="100000"/>
              </a:lnSpc>
              <a:spcAft>
                <a:spcPts val="601"/>
              </a:spcAft>
              <a:buNone/>
              <a:tabLst>
                <a:tab algn="l" pos="0"/>
              </a:tabLst>
            </a:pPr>
            <a:fld id="{6B2ACF3F-7CFA-4E9E-A7DB-A8949FC010E0}" type="datetime1">
              <a:rPr lang="en-US" sz="1200" b="0" u="none" strike="noStrike">
                <a:solidFill>
                  <a:srgbClr val="ffffff"/>
                </a:solidFill>
                <a:effectLst/>
                <a:uFillTx/>
                <a:latin typeface="Calibri"/>
              </a:rPr>
              <a:t>04/20/2026</a:t>
            </a:fld>
            <a:endParaRPr lang="de-DE" sz="1200" b="0" u="none" strike="noStrike">
              <a:solidFill>
                <a:srgbClr val="000000"/>
              </a:solidFill>
              <a:effectLst/>
              <a:uFillTx/>
              <a:latin typeface="Times New Roman"/>
            </a:endParaRPr>
          </a:p>
        </p:txBody>
      </p:sp>
      <p:sp>
        <p:nvSpPr>
          <p:cNvPr id="217" name="PlaceHolder 3"/>
          <p:cNvSpPr>
            <a:spLocks noGrp="1"/>
          </p:cNvSpPr>
          <p:nvPr>
            <p:ph type="ftr" idx="38"/>
          </p:nvPr>
        </p:nvSpPr>
        <p:spPr>
          <a:xfrm>
            <a:off x="4038480" y="6356520"/>
            <a:ext cx="4114440" cy="364680"/>
          </a:xfrm>
          <a:prstGeom prst="rect">
            <a:avLst/>
          </a:prstGeom>
          <a:noFill/>
          <a:ln w="0">
            <a:noFill/>
          </a:ln>
        </p:spPr>
        <p:txBody>
          <a:bodyPr lIns="91440" rIns="91440" tIns="45720" bIns="45720" anchor="ctr">
            <a:normAutofit/>
          </a:bodyPr>
          <a:lstStyle>
            <a:lvl1pPr indent="0" algn="ctr" defTabSz="914400">
              <a:lnSpc>
                <a:spcPct val="100000"/>
              </a:lnSpc>
              <a:spcAft>
                <a:spcPts val="601"/>
              </a:spcAft>
              <a:buNone/>
              <a:tabLst>
                <a:tab algn="l" pos="0"/>
              </a:tabLst>
              <a:defRPr lang="en-US" sz="1200" b="0" u="none" strike="noStrike">
                <a:solidFill>
                  <a:srgbClr val="ffffff"/>
                </a:solidFill>
                <a:effectLst/>
                <a:uFillTx/>
                <a:latin typeface="Calibri"/>
              </a:defRPr>
            </a:lvl1pPr>
          </a:lstStyle>
          <a:p>
            <a:pPr indent="0" algn="ctr" defTabSz="914400">
              <a:lnSpc>
                <a:spcPct val="100000"/>
              </a:lnSpc>
              <a:spcAft>
                <a:spcPts val="601"/>
              </a:spcAft>
              <a:buNone/>
              <a:tabLst>
                <a:tab algn="l" pos="0"/>
              </a:tabLst>
            </a:pPr>
            <a:r>
              <a:rPr lang="en-US" sz="1200" b="0" u="none" strike="noStrike">
                <a:solidFill>
                  <a:srgbClr val="ffffff"/>
                </a:solidFill>
                <a:effectLst/>
                <a:uFillTx/>
                <a:latin typeface="Calibri"/>
              </a:rPr>
              <a:t>Elias Schmidt</a:t>
            </a:r>
            <a:endParaRPr lang="de-DE" sz="1200" b="0" u="none" strike="noStrike">
              <a:solidFill>
                <a:srgbClr val="000000"/>
              </a:solidFill>
              <a:effectLst/>
              <a:uFillTx/>
              <a:latin typeface="Times New Roman"/>
            </a:endParaRPr>
          </a:p>
        </p:txBody>
      </p:sp>
      <p:sp>
        <p:nvSpPr>
          <p:cNvPr id="218" name="PlaceHolder 4"/>
          <p:cNvSpPr>
            <a:spLocks noGrp="1"/>
          </p:cNvSpPr>
          <p:nvPr>
            <p:ph type="sldNum" idx="39"/>
          </p:nvPr>
        </p:nvSpPr>
        <p:spPr>
          <a:xfrm>
            <a:off x="8610480" y="6356520"/>
            <a:ext cx="2742840" cy="364680"/>
          </a:xfrm>
          <a:prstGeom prst="rect">
            <a:avLst/>
          </a:prstGeom>
          <a:noFill/>
          <a:ln w="0">
            <a:noFill/>
          </a:ln>
        </p:spPr>
        <p:txBody>
          <a:bodyPr lIns="91440" rIns="91440" tIns="45720" bIns="45720" anchor="ctr">
            <a:normAutofit/>
          </a:bodyPr>
          <a:lstStyle>
            <a:lvl1pPr indent="0" algn="r" defTabSz="914400">
              <a:lnSpc>
                <a:spcPct val="100000"/>
              </a:lnSpc>
              <a:spcAft>
                <a:spcPts val="601"/>
              </a:spcAft>
              <a:buNone/>
              <a:tabLst>
                <a:tab algn="l" pos="0"/>
              </a:tabLst>
              <a:defRPr lang="en-US" sz="1200" b="0" u="none" strike="noStrike">
                <a:solidFill>
                  <a:srgbClr val="ffffff"/>
                </a:solidFill>
                <a:effectLst/>
                <a:uFillTx/>
                <a:latin typeface="Calibri"/>
              </a:defRPr>
            </a:lvl1pPr>
          </a:lstStyle>
          <a:p>
            <a:pPr indent="0" algn="r" defTabSz="914400">
              <a:lnSpc>
                <a:spcPct val="100000"/>
              </a:lnSpc>
              <a:spcAft>
                <a:spcPts val="601"/>
              </a:spcAft>
              <a:buNone/>
              <a:tabLst>
                <a:tab algn="l" pos="0"/>
              </a:tabLst>
            </a:pPr>
            <a:fld id="{32981ACC-2501-427F-8DD6-8AA731AC88F7}" type="slidenum">
              <a:rPr lang="en-US" sz="1200" b="0" u="none" strike="noStrike">
                <a:solidFill>
                  <a:srgbClr val="ffffff"/>
                </a:solidFill>
                <a:effectLst/>
                <a:uFillTx/>
                <a:latin typeface="Calibri"/>
              </a:rPr>
              <a:t>&lt;Foliennummer&gt;</a:t>
            </a:fld>
            <a:endParaRPr lang="de-DE"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838080" y="365040"/>
            <a:ext cx="6530040" cy="1324800"/>
          </a:xfrm>
          <a:prstGeom prst="rect">
            <a:avLst/>
          </a:prstGeom>
          <a:noFill/>
          <a:ln w="0">
            <a:noFill/>
          </a:ln>
        </p:spPr>
        <p:txBody>
          <a:bodyPr lIns="91440" rIns="91440" tIns="45720" bIns="45720" anchor="ctr">
            <a:noAutofit/>
          </a:bodyPr>
          <a:p>
            <a:pPr indent="0" defTabSz="914400">
              <a:lnSpc>
                <a:spcPct val="90000"/>
              </a:lnSpc>
              <a:buNone/>
            </a:pPr>
            <a:r>
              <a:rPr lang="de-DE" sz="4400" b="0" u="none" strike="noStrike">
                <a:solidFill>
                  <a:schemeClr val="dk1"/>
                </a:solidFill>
                <a:effectLst/>
                <a:uFillTx/>
                <a:latin typeface="Calibri Light"/>
              </a:rPr>
              <a:t>Bildquellen</a:t>
            </a:r>
            <a:endParaRPr lang="de-DE" sz="4400" b="0" u="none" strike="noStrike">
              <a:solidFill>
                <a:schemeClr val="dk1"/>
              </a:solidFill>
              <a:effectLst/>
              <a:uFillTx/>
              <a:latin typeface="Calibri"/>
            </a:endParaRPr>
          </a:p>
        </p:txBody>
      </p:sp>
      <p:sp>
        <p:nvSpPr>
          <p:cNvPr id="220" name="PlaceHolder 2"/>
          <p:cNvSpPr>
            <a:spLocks noGrp="1"/>
          </p:cNvSpPr>
          <p:nvPr>
            <p:ph/>
          </p:nvPr>
        </p:nvSpPr>
        <p:spPr>
          <a:xfrm>
            <a:off x="455040" y="1587600"/>
            <a:ext cx="8544960" cy="50724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1"/>
              </a:rPr>
              <a:t>https://fhvs.info/pen-and-paper-das-erste-treffen/</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2"/>
              </a:rPr>
              <a:t>https://de.dreamstime.com/illustration/wegweiser.html</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3"/>
              </a:rPr>
              <a:t>https://www.nuget.org/profiles/aspnet</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4"/>
              </a:rPr>
              <a:t>https://www.executivewomanmedia.com/shortcuts-how-to-set-clear-goals/</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5"/>
              </a:rPr>
              <a:t>https://www.ultimatewb.com/blog/1751/can-html-css-and-javascript-create-a-website/</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6"/>
              </a:rPr>
              <a:t>https://de.wikipedia.org/wiki/C-Sharp</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7"/>
              </a:rPr>
              <a:t>https://www.istockphoto.com/de/vektor/deadline-benachrichtigung-ereignis-erinnerung-auf-kalender-vektor-flache-cartoon-gm1223979431-359717034</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8"/>
              </a:rPr>
              <a:t>https://de.vecteezy.com/vektorkunst/8143497-aufgerolltes-massband-skizze-massband-nahen-handwerk-attribut-schneiderei-workshop-ausrustung-diat-gewichtsverlust-symbol-lange-grosse-messwerkzeug-profi-schneider-instrument</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9"/>
              </a:rPr>
              <a:t>https://de.freepik.com/vektoren-premium/bewerten-sie-uns-mit-balken-von-1-bis-10-vektorgrafik-im-flachen-design-isoliert-auf-weissem-hintergrund_69654283.htm</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10"/>
              </a:rPr>
              <a:t>https://de.vecteezy.com/vektorkunst/584225-vector-die-illustrationshande-die-zielflagge-auf-weissem-hintergrund-halten</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11"/>
              </a:rPr>
              <a:t>https://www.youtube.com/watch?v=Vkgjl0WELko&amp;t=1128s</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sng" strike="noStrike">
                <a:solidFill>
                  <a:schemeClr val="dk1"/>
                </a:solidFill>
                <a:effectLst/>
                <a:uFillTx/>
                <a:latin typeface="Calibri"/>
                <a:hlinkClick r:id="rId12"/>
              </a:rPr>
              <a:t>https://stock.adobe.com/de/search?k=vielen+dank+f%C3%BCr+ihre+aufmerksamkeit</a:t>
            </a:r>
            <a:br>
              <a:rPr sz="1100"/>
            </a:br>
            <a:r>
              <a:rPr lang="de-DE" sz="1100" b="0" u="sng" strike="noStrike">
                <a:solidFill>
                  <a:schemeClr val="dk1"/>
                </a:solidFill>
                <a:effectLst/>
                <a:uFillTx/>
                <a:latin typeface="Calibri"/>
                <a:hlinkClick r:id="rId13"/>
              </a:rPr>
              <a:t>https://unsplash.com/de/s/fotos/herausforderungen</a:t>
            </a:r>
            <a:br>
              <a:rPr sz="1100"/>
            </a:br>
            <a:r>
              <a:rPr lang="de-DE" sz="1100" b="0" u="none" strike="noStrike">
                <a:solidFill>
                  <a:schemeClr val="dk1"/>
                </a:solidFill>
                <a:effectLst/>
                <a:uFillTx/>
                <a:latin typeface="Calibri"/>
                <a:hlinkClick r:id="rId14"/>
              </a:rPr>
              <a:t>https://brandpnglogo.com/sqlite</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none" strike="noStrike">
                <a:solidFill>
                  <a:schemeClr val="dk1"/>
                </a:solidFill>
                <a:effectLst/>
                <a:uFillTx/>
                <a:latin typeface="Calibri"/>
                <a:hlinkClick r:id="rId15"/>
              </a:rPr>
              <a:t>https://imgs.search.brave.com/VdI-WGqhjzhVu7IYA7woG9taRSXtcJ2sYdQACLb25w8/rs:fit:860:0:0:0/g:ce/aHR0cHM6Ly90aHVt/YnMuZHJlYW1zdGlt/ZS5jb20vYi9wdXp6/bGVzcGllbC0zMDk4/ODk2OS5qcGc</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none" strike="noStrike">
                <a:solidFill>
                  <a:schemeClr val="dk1"/>
                </a:solidFill>
                <a:effectLst/>
                <a:uFillTx/>
                <a:latin typeface="Calibri"/>
                <a:hlinkClick r:id="rId16"/>
              </a:rPr>
              <a:t>https://imgs.search.brave.com/WGzyP9LcE9K2fllzz9WkGEHdIFARIaXed8V6tR7uz0Y/rs:fit:860:0:0:0/g:ce/aHR0cHM6Ly9zdGF0/aWMudmVjdGVlenku/Y29tL3RpL2dyYXRp/cy12ZWt0b3IvdDIv/MTY4ODc0NzgtZ2Vz/dGUtb2theS1vZGVy/LWRhdW1lbi1ob2No/LWdyb3NzZS1nZWxi/ZS1lbW9qaS1oYW5k/LXZla3Rvci5qcGc</a:t>
            </a:r>
            <a:endParaRPr lang="de-DE" sz="11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de-DE" sz="1100" b="0" u="none" strike="noStrike">
                <a:solidFill>
                  <a:schemeClr val="dk1"/>
                </a:solidFill>
                <a:effectLst/>
                <a:uFillTx/>
                <a:latin typeface="Calibri"/>
              </a:rPr>
              <a:t>https://imgs.search.brave.com/EUf0xnfJD2V0jkV-D2w1M7in1TDkEjDPXCleigPpyPw/rs:fit:860:0:0:0/g:ce/aHR0cHM6Ly9zdGF0/aWMudmVjdGVlenku/Y29tL3RpL2dyYXRp/cy12ZWt0b3IvdDIv/NzUzMzg5MzktZWlu/ZmFjaC1zY2h3YXJ6/LW5hY2gtcmVjaHRz/LXplaWdlbmQtcGZl/aWwtc3ltYm9sLXZl/a3Rvci5qcGc</a:t>
            </a:r>
            <a:endParaRPr lang="de-DE" sz="1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lang="de-DE" sz="6000" b="0" u="none" strike="noStrike">
                <a:solidFill>
                  <a:schemeClr val="dk1"/>
                </a:solidFill>
                <a:effectLst/>
                <a:uFillTx/>
                <a:latin typeface="Arial Black"/>
              </a:rPr>
              <a:t>Ende </a:t>
            </a:r>
            <a:endParaRPr lang="de-DE" sz="6000" b="0" u="none" strike="noStrike">
              <a:solidFill>
                <a:schemeClr val="dk1"/>
              </a:solidFill>
              <a:effectLst/>
              <a:uFillTx/>
              <a:latin typeface="Calibri"/>
            </a:endParaRPr>
          </a:p>
        </p:txBody>
      </p:sp>
      <p:pic>
        <p:nvPicPr>
          <p:cNvPr id="222" name="Picture 2" descr="Vielen Dank Für Ihre Aufmerksamkeit-Bilder: Stock-Fotos &amp; -Videos. | Adobe  Stock"/>
          <p:cNvPicPr/>
          <p:nvPr/>
        </p:nvPicPr>
        <p:blipFill>
          <a:blip r:embed="rId1"/>
          <a:stretch/>
        </p:blipFill>
        <p:spPr>
          <a:xfrm>
            <a:off x="847440" y="136800"/>
            <a:ext cx="6381360" cy="3428640"/>
          </a:xfrm>
          <a:prstGeom prst="rect">
            <a:avLst/>
          </a:prstGeom>
          <a:noFill/>
          <a:ln w="0">
            <a:noFill/>
          </a:ln>
        </p:spPr>
      </p:pic>
      <p:pic>
        <p:nvPicPr>
          <p:cNvPr id="223" name="Grafik 2"/>
          <p:cNvPicPr/>
          <p:nvPr/>
        </p:nvPicPr>
        <p:blipFill>
          <a:blip r:embed="rId2"/>
          <a:stretch/>
        </p:blipFill>
        <p:spPr>
          <a:xfrm>
            <a:off x="4299120" y="1851480"/>
            <a:ext cx="5784120" cy="4796640"/>
          </a:xfrm>
          <a:prstGeom prst="rect">
            <a:avLst/>
          </a:prstGeom>
          <a:noFill/>
          <a:ln w="0">
            <a:noFill/>
          </a:ln>
          <a:effectLst>
            <a:outerShdw algn="tl" blurRad="291960" dir="2700000" dist="139498" rotWithShape="0">
              <a:srgbClr val="333333">
                <a:alpha val="65000"/>
              </a:srgbClr>
            </a:outerShdw>
          </a:effectLst>
        </p:spPr>
      </p:pic>
      <p:sp>
        <p:nvSpPr>
          <p:cNvPr id="3" name="PlaceHolder 2"/>
          <p:cNvSpPr>
            <a:spLocks noGrp="1"/>
          </p:cNvSpPr>
          <p:nvPr>
            <p:ph type="sldNum" idx="21"/>
          </p:nvPr>
        </p:nvSpPr>
        <p:spPr/>
        <p:txBody>
          <a:bodyPr/>
          <a:p>
            <a:fld id="{71BD3B52-FFBF-4128-B401-568AEFB2C9BE}" type="slidenum">
              <a:t>22</a:t>
            </a:fld>
          </a:p>
        </p:txBody>
      </p:sp>
      <p:sp>
        <p:nvSpPr>
          <p:cNvPr id="4" name="PlaceHolder 3"/>
          <p:cNvSpPr>
            <a:spLocks noGrp="1"/>
          </p:cNvSpPr>
          <p:nvPr>
            <p:ph type="dt" idx="19"/>
          </p:nvPr>
        </p:nvSpPr>
        <p:spPr/>
        <p:txBody>
          <a:bodyPr/>
          <a:p>
            <a:fld id="{BA7AB98B-6F75-420C-95A7-B33EED8A9B40}" type="datetime1">
              <a:rPr lang="de-DE"/>
              <a:t>20.04.2026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TotalTime>
  <Application>LibreOffice/25.8.5.2$Windows_X86_64 LibreOffice_project/9c8b85f387cc00a89945a79c9e6239f32e450ac2</Application>
  <AppVersion>15.0000</AppVersion>
  <Words>501</Words>
  <Paragraphs>204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2026-03-09T09:51:22Z</dcterms:created>
  <dc:creator>Nelus Moritz Köchy</dc:creator>
  <dc:description/>
  <dc:language>de-DE</dc:language>
  <cp:lastModifiedBy/>
  <dcterms:modified xsi:type="dcterms:W3CDTF">2026-04-20T09:49:09Z</dcterms:modified>
  <cp:revision>20</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Breitbild</vt:lpwstr>
  </property>
  <property fmtid="{D5CDD505-2E9C-101B-9397-08002B2CF9AE}" pid="4" name="Slides">
    <vt:i4>17</vt:i4>
  </property>
</Properties>
</file>