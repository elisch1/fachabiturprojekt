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61" r:id="rId4"/>
    <p:sldId id="262" r:id="rId5"/>
    <p:sldId id="266" r:id="rId6"/>
    <p:sldId id="268" r:id="rId7"/>
    <p:sldId id="258" r:id="rId8"/>
    <p:sldId id="259" r:id="rId9"/>
    <p:sldId id="260" r:id="rId10"/>
    <p:sldId id="271" r:id="rId11"/>
    <p:sldId id="270" r:id="rId12"/>
    <p:sldId id="269" r:id="rId13"/>
    <p:sldId id="264" r:id="rId14"/>
    <p:sldId id="267" r:id="rId15"/>
    <p:sldId id="265" r:id="rId16"/>
  </p:sldIdLst>
  <p:sldSz cx="12192000" cy="6858000"/>
  <p:notesSz cx="7559675" cy="10691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954"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a:solidFill>
          <a:schemeClr val="accent2"/>
        </a:solidFill>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2"/>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2"/>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2"/>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2"/>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2"/>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2"/>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2"/>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a:solidFill>
          <a:schemeClr val="accent2"/>
        </a:solidFill>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a:solidFill>
          <a:schemeClr val="accent2"/>
        </a:solidFill>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218539A-60B6-41BF-9BB8-F1D9CA0FA7E5}"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de-DE"/>
        </a:p>
      </dgm:t>
    </dgm:pt>
    <dgm:pt modelId="{EF6A5A3D-5AFE-4D13-BEAE-0946272067E9}">
      <dgm:prSet phldrT="[Text]"/>
      <dgm:spPr>
        <a:solidFill>
          <a:schemeClr val="accent1"/>
        </a:solidFill>
      </dgm:spPr>
      <dgm:t>
        <a:bodyPr/>
        <a:lstStyle/>
        <a:p>
          <a:r>
            <a:rPr lang="de-DE" dirty="0"/>
            <a:t>Soll-Konzept</a:t>
          </a:r>
        </a:p>
      </dgm:t>
    </dgm:pt>
    <dgm:pt modelId="{EBA1E7AC-1883-4FA9-8124-49C496EBAB57}" type="parTrans" cxnId="{FD08CC07-34D4-4EA2-A316-B4118F98C874}">
      <dgm:prSet/>
      <dgm:spPr/>
      <dgm:t>
        <a:bodyPr/>
        <a:lstStyle/>
        <a:p>
          <a:endParaRPr lang="de-DE"/>
        </a:p>
      </dgm:t>
    </dgm:pt>
    <dgm:pt modelId="{A8736456-A6DF-4FA2-83A1-42625247FB9A}" type="sibTrans" cxnId="{FD08CC07-34D4-4EA2-A316-B4118F98C874}">
      <dgm:prSet/>
      <dgm:spPr/>
      <dgm:t>
        <a:bodyPr/>
        <a:lstStyle/>
        <a:p>
          <a:endParaRPr lang="de-DE"/>
        </a:p>
      </dgm:t>
    </dgm:pt>
    <dgm:pt modelId="{23218007-A3A8-4519-B5BA-FF886028869A}">
      <dgm:prSet phldrT="[Text]"/>
      <dgm:spPr>
        <a:solidFill>
          <a:schemeClr val="accent1"/>
        </a:solidFill>
      </dgm:spPr>
      <dgm:t>
        <a:bodyPr/>
        <a:lstStyle/>
        <a:p>
          <a:r>
            <a:rPr lang="de-DE" dirty="0"/>
            <a:t>Ist-Zustand</a:t>
          </a:r>
        </a:p>
      </dgm:t>
    </dgm:pt>
    <dgm:pt modelId="{2903BA91-4EAE-4A0D-A327-94A600CBFA53}" type="parTrans" cxnId="{7AA47EE0-7626-410E-8954-FCD50B9E9E41}">
      <dgm:prSet/>
      <dgm:spPr/>
      <dgm:t>
        <a:bodyPr/>
        <a:lstStyle/>
        <a:p>
          <a:endParaRPr lang="de-DE"/>
        </a:p>
      </dgm:t>
    </dgm:pt>
    <dgm:pt modelId="{9348F7C4-B67C-4A73-B315-CD9B7F9466F5}" type="sibTrans" cxnId="{7AA47EE0-7626-410E-8954-FCD50B9E9E41}">
      <dgm:prSet/>
      <dgm:spPr/>
      <dgm:t>
        <a:bodyPr/>
        <a:lstStyle/>
        <a:p>
          <a:endParaRPr lang="de-DE"/>
        </a:p>
      </dgm:t>
    </dgm:pt>
    <dgm:pt modelId="{9FE3C8CC-165E-469F-9FEA-9DEA2453C48D}">
      <dgm:prSet phldrT="[Text]"/>
      <dgm:spPr>
        <a:solidFill>
          <a:schemeClr val="accent2"/>
        </a:solidFill>
      </dgm:spPr>
      <dgm:t>
        <a:bodyPr/>
        <a:lstStyle/>
        <a:p>
          <a:r>
            <a:rPr lang="de-DE" dirty="0"/>
            <a:t>Zielsetzung</a:t>
          </a:r>
        </a:p>
      </dgm:t>
    </dgm:pt>
    <dgm:pt modelId="{48251EA7-15DE-4636-B7E0-12B501326385}" type="parTrans" cxnId="{DFA37454-751B-4C92-B431-E7AFE6C22DE9}">
      <dgm:prSet/>
      <dgm:spPr/>
      <dgm:t>
        <a:bodyPr/>
        <a:lstStyle/>
        <a:p>
          <a:endParaRPr lang="de-DE"/>
        </a:p>
      </dgm:t>
    </dgm:pt>
    <dgm:pt modelId="{7CFD9CA5-50A3-4243-BAEB-73AA912674A0}" type="sibTrans" cxnId="{DFA37454-751B-4C92-B431-E7AFE6C22DE9}">
      <dgm:prSet/>
      <dgm:spPr/>
      <dgm:t>
        <a:bodyPr/>
        <a:lstStyle/>
        <a:p>
          <a:endParaRPr lang="de-DE"/>
        </a:p>
      </dgm:t>
    </dgm:pt>
    <dgm:pt modelId="{0C121CCE-9894-42FC-B3CA-A2F7BDC3DF0C}">
      <dgm:prSet phldrT="[Text]"/>
      <dgm:spPr/>
      <dgm:t>
        <a:bodyPr/>
        <a:lstStyle/>
        <a:p>
          <a:r>
            <a:rPr lang="de-DE" dirty="0"/>
            <a:t>Ausblick</a:t>
          </a:r>
        </a:p>
      </dgm:t>
    </dgm:pt>
    <dgm:pt modelId="{07253FE8-1222-42AC-87F5-4B598CF36CB5}" type="parTrans" cxnId="{D476320E-2842-43A7-95AE-D102FB58F248}">
      <dgm:prSet/>
      <dgm:spPr/>
      <dgm:t>
        <a:bodyPr/>
        <a:lstStyle/>
        <a:p>
          <a:endParaRPr lang="de-DE"/>
        </a:p>
      </dgm:t>
    </dgm:pt>
    <dgm:pt modelId="{E51D0682-B233-4877-A939-05DA4D3D3737}" type="sibTrans" cxnId="{D476320E-2842-43A7-95AE-D102FB58F248}">
      <dgm:prSet/>
      <dgm:spPr/>
      <dgm:t>
        <a:bodyPr/>
        <a:lstStyle/>
        <a:p>
          <a:endParaRPr lang="de-DE"/>
        </a:p>
      </dgm:t>
    </dgm:pt>
    <dgm:pt modelId="{356C15EE-56D4-4254-955F-CD78C9C37923}">
      <dgm:prSet phldrT="[Text]"/>
      <dgm:spPr/>
      <dgm:t>
        <a:bodyPr/>
        <a:lstStyle/>
        <a:p>
          <a:r>
            <a:rPr lang="de-DE" dirty="0"/>
            <a:t>Projekt</a:t>
          </a:r>
        </a:p>
      </dgm:t>
    </dgm:pt>
    <dgm:pt modelId="{27677972-D419-4B93-BB44-9B8DC67CD67A}" type="sibTrans" cxnId="{1D61AF5D-3FE9-4AA0-AD0E-52B3386A5557}">
      <dgm:prSet/>
      <dgm:spPr/>
      <dgm:t>
        <a:bodyPr/>
        <a:lstStyle/>
        <a:p>
          <a:endParaRPr lang="de-DE"/>
        </a:p>
      </dgm:t>
    </dgm:pt>
    <dgm:pt modelId="{461D48E8-C516-4157-918B-8E2F067B11ED}" type="parTrans" cxnId="{1D61AF5D-3FE9-4AA0-AD0E-52B3386A5557}">
      <dgm:prSet/>
      <dgm:spPr/>
      <dgm:t>
        <a:bodyPr/>
        <a:lstStyle/>
        <a:p>
          <a:endParaRPr lang="de-DE"/>
        </a:p>
      </dgm:t>
    </dgm:pt>
    <dgm:pt modelId="{A7C3F6C9-D74E-4113-84C7-C33DDD2C4F81}" type="pres">
      <dgm:prSet presAssocID="{D218539A-60B6-41BF-9BB8-F1D9CA0FA7E5}" presName="Name0" presStyleCnt="0">
        <dgm:presLayoutVars>
          <dgm:dir/>
          <dgm:resizeHandles val="exact"/>
        </dgm:presLayoutVars>
      </dgm:prSet>
      <dgm:spPr/>
    </dgm:pt>
    <dgm:pt modelId="{BCC554A3-1705-4F44-8198-9779A483A7B8}" type="pres">
      <dgm:prSet presAssocID="{356C15EE-56D4-4254-955F-CD78C9C37923}" presName="parTxOnly" presStyleLbl="node1" presStyleIdx="0" presStyleCnt="5">
        <dgm:presLayoutVars>
          <dgm:bulletEnabled val="1"/>
        </dgm:presLayoutVars>
      </dgm:prSet>
      <dgm:spPr/>
    </dgm:pt>
    <dgm:pt modelId="{9D0AF631-6A76-4E1A-A424-0D1EDF5507F4}" type="pres">
      <dgm:prSet presAssocID="{27677972-D419-4B93-BB44-9B8DC67CD67A}" presName="parSpace" presStyleCnt="0"/>
      <dgm:spPr/>
    </dgm:pt>
    <dgm:pt modelId="{6056B1AE-8489-4E24-82AC-066EDD753410}" type="pres">
      <dgm:prSet presAssocID="{EF6A5A3D-5AFE-4D13-BEAE-0946272067E9}" presName="parTxOnly" presStyleLbl="node1" presStyleIdx="1" presStyleCnt="5">
        <dgm:presLayoutVars>
          <dgm:bulletEnabled val="1"/>
        </dgm:presLayoutVars>
      </dgm:prSet>
      <dgm:spPr/>
    </dgm:pt>
    <dgm:pt modelId="{740E14AD-49FA-44ED-8D79-F4ACCE4E9757}" type="pres">
      <dgm:prSet presAssocID="{A8736456-A6DF-4FA2-83A1-42625247FB9A}" presName="parSpace" presStyleCnt="0"/>
      <dgm:spPr/>
    </dgm:pt>
    <dgm:pt modelId="{3CD73A72-6683-4B84-9A3A-FC0755FB3C22}" type="pres">
      <dgm:prSet presAssocID="{23218007-A3A8-4519-B5BA-FF886028869A}" presName="parTxOnly" presStyleLbl="node1" presStyleIdx="2" presStyleCnt="5">
        <dgm:presLayoutVars>
          <dgm:bulletEnabled val="1"/>
        </dgm:presLayoutVars>
      </dgm:prSet>
      <dgm:spPr/>
    </dgm:pt>
    <dgm:pt modelId="{9CF44B1C-87D0-4259-AD82-ACF1C7D817F4}" type="pres">
      <dgm:prSet presAssocID="{9348F7C4-B67C-4A73-B315-CD9B7F9466F5}" presName="parSpace" presStyleCnt="0"/>
      <dgm:spPr/>
    </dgm:pt>
    <dgm:pt modelId="{AF5174E4-5F0D-4FAC-B2B9-0C4E42C0F0C4}" type="pres">
      <dgm:prSet presAssocID="{9FE3C8CC-165E-469F-9FEA-9DEA2453C48D}" presName="parTxOnly" presStyleLbl="node1" presStyleIdx="3" presStyleCnt="5">
        <dgm:presLayoutVars>
          <dgm:bulletEnabled val="1"/>
        </dgm:presLayoutVars>
      </dgm:prSet>
      <dgm:spPr/>
    </dgm:pt>
    <dgm:pt modelId="{756628A3-5FA6-43B1-8869-15645BA9C3B5}" type="pres">
      <dgm:prSet presAssocID="{7CFD9CA5-50A3-4243-BAEB-73AA912674A0}" presName="parSpace" presStyleCnt="0"/>
      <dgm:spPr/>
    </dgm:pt>
    <dgm:pt modelId="{0BB7E56B-F466-47B3-8564-905FD8DDF759}" type="pres">
      <dgm:prSet presAssocID="{0C121CCE-9894-42FC-B3CA-A2F7BDC3DF0C}" presName="parTxOnly" presStyleLbl="node1" presStyleIdx="4" presStyleCnt="5">
        <dgm:presLayoutVars>
          <dgm:bulletEnabled val="1"/>
        </dgm:presLayoutVars>
      </dgm:prSet>
      <dgm:spPr/>
    </dgm:pt>
  </dgm:ptLst>
  <dgm:cxnLst>
    <dgm:cxn modelId="{FD08CC07-34D4-4EA2-A316-B4118F98C874}" srcId="{D218539A-60B6-41BF-9BB8-F1D9CA0FA7E5}" destId="{EF6A5A3D-5AFE-4D13-BEAE-0946272067E9}" srcOrd="1" destOrd="0" parTransId="{EBA1E7AC-1883-4FA9-8124-49C496EBAB57}" sibTransId="{A8736456-A6DF-4FA2-83A1-42625247FB9A}"/>
    <dgm:cxn modelId="{D476320E-2842-43A7-95AE-D102FB58F248}" srcId="{D218539A-60B6-41BF-9BB8-F1D9CA0FA7E5}" destId="{0C121CCE-9894-42FC-B3CA-A2F7BDC3DF0C}" srcOrd="4" destOrd="0" parTransId="{07253FE8-1222-42AC-87F5-4B598CF36CB5}" sibTransId="{E51D0682-B233-4877-A939-05DA4D3D3737}"/>
    <dgm:cxn modelId="{BAA7B816-0EF5-4AFE-B0A5-E06A3A13078E}" type="presOf" srcId="{356C15EE-56D4-4254-955F-CD78C9C37923}" destId="{BCC554A3-1705-4F44-8198-9779A483A7B8}" srcOrd="0" destOrd="0" presId="urn:microsoft.com/office/officeart/2005/8/layout/hChevron3"/>
    <dgm:cxn modelId="{1D61AF5D-3FE9-4AA0-AD0E-52B3386A5557}" srcId="{D218539A-60B6-41BF-9BB8-F1D9CA0FA7E5}" destId="{356C15EE-56D4-4254-955F-CD78C9C37923}" srcOrd="0" destOrd="0" parTransId="{461D48E8-C516-4157-918B-8E2F067B11ED}" sibTransId="{27677972-D419-4B93-BB44-9B8DC67CD67A}"/>
    <dgm:cxn modelId="{B6643867-3FAD-413D-BB4C-5EBA3BFB2209}" type="presOf" srcId="{D218539A-60B6-41BF-9BB8-F1D9CA0FA7E5}" destId="{A7C3F6C9-D74E-4113-84C7-C33DDD2C4F81}" srcOrd="0" destOrd="0" presId="urn:microsoft.com/office/officeart/2005/8/layout/hChevron3"/>
    <dgm:cxn modelId="{9FCA486A-E8BE-43F5-8D44-57E68597B54F}" type="presOf" srcId="{0C121CCE-9894-42FC-B3CA-A2F7BDC3DF0C}" destId="{0BB7E56B-F466-47B3-8564-905FD8DDF759}" srcOrd="0" destOrd="0" presId="urn:microsoft.com/office/officeart/2005/8/layout/hChevron3"/>
    <dgm:cxn modelId="{DFA37454-751B-4C92-B431-E7AFE6C22DE9}" srcId="{D218539A-60B6-41BF-9BB8-F1D9CA0FA7E5}" destId="{9FE3C8CC-165E-469F-9FEA-9DEA2453C48D}" srcOrd="3" destOrd="0" parTransId="{48251EA7-15DE-4636-B7E0-12B501326385}" sibTransId="{7CFD9CA5-50A3-4243-BAEB-73AA912674A0}"/>
    <dgm:cxn modelId="{B88C0C8E-1C9A-48A5-A831-59CDFE0CFD24}" type="presOf" srcId="{23218007-A3A8-4519-B5BA-FF886028869A}" destId="{3CD73A72-6683-4B84-9A3A-FC0755FB3C22}" srcOrd="0" destOrd="0" presId="urn:microsoft.com/office/officeart/2005/8/layout/hChevron3"/>
    <dgm:cxn modelId="{D1EE14BC-4EE3-48CA-A5DB-25B261817F2E}" type="presOf" srcId="{EF6A5A3D-5AFE-4D13-BEAE-0946272067E9}" destId="{6056B1AE-8489-4E24-82AC-066EDD753410}" srcOrd="0" destOrd="0" presId="urn:microsoft.com/office/officeart/2005/8/layout/hChevron3"/>
    <dgm:cxn modelId="{7AA47EE0-7626-410E-8954-FCD50B9E9E41}" srcId="{D218539A-60B6-41BF-9BB8-F1D9CA0FA7E5}" destId="{23218007-A3A8-4519-B5BA-FF886028869A}" srcOrd="2" destOrd="0" parTransId="{2903BA91-4EAE-4A0D-A327-94A600CBFA53}" sibTransId="{9348F7C4-B67C-4A73-B315-CD9B7F9466F5}"/>
    <dgm:cxn modelId="{664946F2-ECE0-4F63-BAD4-2CF7EAF2D9C4}" type="presOf" srcId="{9FE3C8CC-165E-469F-9FEA-9DEA2453C48D}" destId="{AF5174E4-5F0D-4FAC-B2B9-0C4E42C0F0C4}" srcOrd="0" destOrd="0" presId="urn:microsoft.com/office/officeart/2005/8/layout/hChevron3"/>
    <dgm:cxn modelId="{EB0DC60F-78FC-4098-B2BC-DCD0C7001958}" type="presParOf" srcId="{A7C3F6C9-D74E-4113-84C7-C33DDD2C4F81}" destId="{BCC554A3-1705-4F44-8198-9779A483A7B8}" srcOrd="0" destOrd="0" presId="urn:microsoft.com/office/officeart/2005/8/layout/hChevron3"/>
    <dgm:cxn modelId="{0F751C6F-8EBC-47C3-81FA-81AC49A22BA8}" type="presParOf" srcId="{A7C3F6C9-D74E-4113-84C7-C33DDD2C4F81}" destId="{9D0AF631-6A76-4E1A-A424-0D1EDF5507F4}" srcOrd="1" destOrd="0" presId="urn:microsoft.com/office/officeart/2005/8/layout/hChevron3"/>
    <dgm:cxn modelId="{89823882-2950-401E-BA8C-3ACC7ABE6EBE}" type="presParOf" srcId="{A7C3F6C9-D74E-4113-84C7-C33DDD2C4F81}" destId="{6056B1AE-8489-4E24-82AC-066EDD753410}" srcOrd="2" destOrd="0" presId="urn:microsoft.com/office/officeart/2005/8/layout/hChevron3"/>
    <dgm:cxn modelId="{7255FBDF-0D55-46FC-A7D0-E9BE739E65E8}" type="presParOf" srcId="{A7C3F6C9-D74E-4113-84C7-C33DDD2C4F81}" destId="{740E14AD-49FA-44ED-8D79-F4ACCE4E9757}" srcOrd="3" destOrd="0" presId="urn:microsoft.com/office/officeart/2005/8/layout/hChevron3"/>
    <dgm:cxn modelId="{964F5527-62EF-4CCE-A700-836333ECDEEA}" type="presParOf" srcId="{A7C3F6C9-D74E-4113-84C7-C33DDD2C4F81}" destId="{3CD73A72-6683-4B84-9A3A-FC0755FB3C22}" srcOrd="4" destOrd="0" presId="urn:microsoft.com/office/officeart/2005/8/layout/hChevron3"/>
    <dgm:cxn modelId="{9820EA91-2C66-4AF7-B6CD-8CB940E7C2EA}" type="presParOf" srcId="{A7C3F6C9-D74E-4113-84C7-C33DDD2C4F81}" destId="{9CF44B1C-87D0-4259-AD82-ACF1C7D817F4}" srcOrd="5" destOrd="0" presId="urn:microsoft.com/office/officeart/2005/8/layout/hChevron3"/>
    <dgm:cxn modelId="{87F7C04B-9ABF-457C-8534-67E3808E2542}" type="presParOf" srcId="{A7C3F6C9-D74E-4113-84C7-C33DDD2C4F81}" destId="{AF5174E4-5F0D-4FAC-B2B9-0C4E42C0F0C4}" srcOrd="6" destOrd="0" presId="urn:microsoft.com/office/officeart/2005/8/layout/hChevron3"/>
    <dgm:cxn modelId="{D84BCF30-4506-4488-841C-56216DAD1FA5}" type="presParOf" srcId="{A7C3F6C9-D74E-4113-84C7-C33DDD2C4F81}" destId="{756628A3-5FA6-43B1-8869-15645BA9C3B5}" srcOrd="7" destOrd="0" presId="urn:microsoft.com/office/officeart/2005/8/layout/hChevron3"/>
    <dgm:cxn modelId="{F4DFB941-931F-43F0-A7B8-E56F8F4A4124}" type="presParOf" srcId="{A7C3F6C9-D74E-4113-84C7-C33DDD2C4F81}" destId="{0BB7E56B-F466-47B3-8564-905FD8DDF759}" srcOrd="8"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C554A3-1705-4F44-8198-9779A483A7B8}">
      <dsp:nvSpPr>
        <dsp:cNvPr id="0" name=""/>
        <dsp:cNvSpPr/>
      </dsp:nvSpPr>
      <dsp:spPr>
        <a:xfrm>
          <a:off x="1283" y="0"/>
          <a:ext cx="2503017" cy="391680"/>
        </a:xfrm>
        <a:prstGeom prst="homePlate">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Projekt</a:t>
          </a:r>
        </a:p>
      </dsp:txBody>
      <dsp:txXfrm>
        <a:off x="1283" y="0"/>
        <a:ext cx="2405097" cy="391680"/>
      </dsp:txXfrm>
    </dsp:sp>
    <dsp:sp modelId="{6056B1AE-8489-4E24-82AC-066EDD753410}">
      <dsp:nvSpPr>
        <dsp:cNvPr id="0" name=""/>
        <dsp:cNvSpPr/>
      </dsp:nvSpPr>
      <dsp:spPr>
        <a:xfrm>
          <a:off x="2003697"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Soll-Konzept</a:t>
          </a:r>
        </a:p>
      </dsp:txBody>
      <dsp:txXfrm>
        <a:off x="2199537" y="0"/>
        <a:ext cx="2111337" cy="391680"/>
      </dsp:txXfrm>
    </dsp:sp>
    <dsp:sp modelId="{3CD73A72-6683-4B84-9A3A-FC0755FB3C22}">
      <dsp:nvSpPr>
        <dsp:cNvPr id="0" name=""/>
        <dsp:cNvSpPr/>
      </dsp:nvSpPr>
      <dsp:spPr>
        <a:xfrm>
          <a:off x="4006111" y="0"/>
          <a:ext cx="2503017" cy="391680"/>
        </a:xfrm>
        <a:prstGeom prst="chevron">
          <a:avLst/>
        </a:prstGeom>
        <a:solidFill>
          <a:schemeClr val="accent1"/>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Ist-Zustand</a:t>
          </a:r>
        </a:p>
      </dsp:txBody>
      <dsp:txXfrm>
        <a:off x="4201951" y="0"/>
        <a:ext cx="2111337" cy="391680"/>
      </dsp:txXfrm>
    </dsp:sp>
    <dsp:sp modelId="{AF5174E4-5F0D-4FAC-B2B9-0C4E42C0F0C4}">
      <dsp:nvSpPr>
        <dsp:cNvPr id="0" name=""/>
        <dsp:cNvSpPr/>
      </dsp:nvSpPr>
      <dsp:spPr>
        <a:xfrm>
          <a:off x="6008525" y="0"/>
          <a:ext cx="2503017" cy="391680"/>
        </a:xfrm>
        <a:prstGeom prst="chevron">
          <a:avLst/>
        </a:prstGeom>
        <a:solidFill>
          <a:schemeClr val="accent2"/>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Zielsetzung</a:t>
          </a:r>
        </a:p>
      </dsp:txBody>
      <dsp:txXfrm>
        <a:off x="6204365" y="0"/>
        <a:ext cx="2111337" cy="391680"/>
      </dsp:txXfrm>
    </dsp:sp>
    <dsp:sp modelId="{0BB7E56B-F466-47B3-8564-905FD8DDF759}">
      <dsp:nvSpPr>
        <dsp:cNvPr id="0" name=""/>
        <dsp:cNvSpPr/>
      </dsp:nvSpPr>
      <dsp:spPr>
        <a:xfrm>
          <a:off x="8010939" y="0"/>
          <a:ext cx="2503017" cy="391680"/>
        </a:xfrm>
        <a:prstGeom prst="chevron">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marL="0" lvl="0" indent="0" algn="ctr" defTabSz="889000">
            <a:lnSpc>
              <a:spcPct val="90000"/>
            </a:lnSpc>
            <a:spcBef>
              <a:spcPct val="0"/>
            </a:spcBef>
            <a:spcAft>
              <a:spcPct val="35000"/>
            </a:spcAft>
            <a:buNone/>
          </a:pPr>
          <a:r>
            <a:rPr lang="de-DE" sz="2000" kern="1200" dirty="0"/>
            <a:t>Ausblick</a:t>
          </a:r>
        </a:p>
      </dsp:txBody>
      <dsp:txXfrm>
        <a:off x="8206779" y="0"/>
        <a:ext cx="2111337" cy="39168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3B6C0B76-EDAC-4BB3-828A-CFCE796A644C}" type="datetimeFigureOut">
              <a:rPr lang="de-DE" smtClean="0"/>
              <a:t>19.04.2026</a:t>
            </a:fld>
            <a:endParaRPr lang="de-DE"/>
          </a:p>
        </p:txBody>
      </p:sp>
      <p:sp>
        <p:nvSpPr>
          <p:cNvPr id="4" name="Folienbildplatzhalt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61FF490E-ED58-4CFE-9F01-EF1A8DE3C4D6}" type="slidenum">
              <a:rPr lang="de-DE" smtClean="0"/>
              <a:t>‹Nr.›</a:t>
            </a:fld>
            <a:endParaRPr lang="de-DE"/>
          </a:p>
        </p:txBody>
      </p:sp>
    </p:spTree>
    <p:extLst>
      <p:ext uri="{BB962C8B-B14F-4D97-AF65-F5344CB8AC3E}">
        <p14:creationId xmlns:p14="http://schemas.microsoft.com/office/powerpoint/2010/main" val="286989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1FF490E-ED58-4CFE-9F01-EF1A8DE3C4D6}" type="slidenum">
              <a:rPr lang="de-DE" smtClean="0"/>
              <a:t>2</a:t>
            </a:fld>
            <a:endParaRPr lang="de-DE"/>
          </a:p>
        </p:txBody>
      </p:sp>
    </p:spTree>
    <p:extLst>
      <p:ext uri="{BB962C8B-B14F-4D97-AF65-F5344CB8AC3E}">
        <p14:creationId xmlns:p14="http://schemas.microsoft.com/office/powerpoint/2010/main" val="36372297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solidFill>
          <a:srgbClr val="FFFFFF"/>
        </a:solidFill>
        <a:effectLst/>
      </p:bgPr>
    </p:bg>
    <p:spTree>
      <p:nvGrpSpPr>
        <p:cNvPr id="1" name=""/>
        <p:cNvGrpSpPr/>
        <p:nvPr/>
      </p:nvGrpSpPr>
      <p:grpSpPr>
        <a:xfrm>
          <a:off x="0" y="0"/>
          <a:ext cx="0" cy="0"/>
          <a:chOff x="0" y="0"/>
          <a:chExt cx="0" cy="0"/>
        </a:xfrm>
      </p:grpSpPr>
      <p:pic>
        <p:nvPicPr>
          <p:cNvPr id="2" name="Grafik 7"/>
          <p:cNvPicPr/>
          <p:nvPr/>
        </p:nvPicPr>
        <p:blipFill>
          <a:blip r:embed="rId2"/>
          <a:stretch/>
        </p:blipFill>
        <p:spPr>
          <a:xfrm>
            <a:off x="10654920" y="0"/>
            <a:ext cx="1536840" cy="1521720"/>
          </a:xfrm>
          <a:prstGeom prst="rect">
            <a:avLst/>
          </a:prstGeom>
          <a:noFill/>
          <a:ln w="0">
            <a:noFill/>
          </a:ln>
        </p:spPr>
      </p:pic>
      <p:sp>
        <p:nvSpPr>
          <p:cNvPr id="3"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de-DE" sz="6000" b="0" u="none" strike="noStrike">
                <a:solidFill>
                  <a:schemeClr val="dk1"/>
                </a:solidFill>
                <a:effectLst/>
                <a:uFillTx/>
                <a:latin typeface="Arial Black"/>
              </a:rPr>
              <a:t>Mastertitelformat bearbeiten</a:t>
            </a:r>
            <a:endParaRPr lang="de-DE" sz="6000" b="0" u="none" strike="noStrike">
              <a:solidFill>
                <a:schemeClr val="dk1"/>
              </a:solidFill>
              <a:effectLst/>
              <a:uFillTx/>
              <a:latin typeface="Calibri"/>
            </a:endParaRPr>
          </a:p>
        </p:txBody>
      </p:sp>
      <p:sp>
        <p:nvSpPr>
          <p:cNvPr id="4"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13.04.2026</a:t>
            </a:r>
            <a:endParaRPr lang="de-DE" sz="1200" b="0" u="none" strike="noStrike">
              <a:solidFill>
                <a:srgbClr val="000000"/>
              </a:solidFill>
              <a:effectLst/>
              <a:uFillTx/>
              <a:latin typeface="Times New Roman"/>
            </a:endParaRPr>
          </a:p>
        </p:txBody>
      </p:sp>
      <p:sp>
        <p:nvSpPr>
          <p:cNvPr id="5"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Elias Schmidt &amp; Beat Höllwarth </a:t>
            </a:r>
          </a:p>
        </p:txBody>
      </p:sp>
      <p:sp>
        <p:nvSpPr>
          <p:cNvPr id="6"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C29F545C-9832-44B3-8774-6779F7AE32A1}"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
        <p:nvSpPr>
          <p:cNvPr id="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de-DE" sz="2800" b="0" u="none" strike="noStrike">
                <a:solidFill>
                  <a:schemeClr val="dk1"/>
                </a:solidFill>
                <a:effectLst/>
                <a:uFillTx/>
                <a:latin typeface="Arial"/>
              </a:rPr>
              <a:t>Format des Gliederungstextes durch Klicken bearbeiten</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Zweite Gliederungsebene</a:t>
            </a:r>
          </a:p>
          <a:p>
            <a:pPr marL="1296000" lvl="2" indent="-2880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Arial"/>
              </a:rPr>
              <a:t>Dritte Gliederungsebene</a:t>
            </a:r>
          </a:p>
          <a:p>
            <a:pPr marL="1728000" lvl="3" indent="-2160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Arial"/>
              </a:rPr>
              <a:t>Vierte Gliederungsebene</a:t>
            </a:r>
          </a:p>
          <a:p>
            <a:pPr marL="2160000" lvl="4"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Fünfte Gliederungsebene</a:t>
            </a:r>
          </a:p>
          <a:p>
            <a:pPr marL="2592000" lvl="5"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Sechste Gliederungsebene</a:t>
            </a:r>
          </a:p>
          <a:p>
            <a:pPr marL="3024000" lvl="6"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Arial"/>
              </a:rPr>
              <a:t>Siebte Gliederungsebene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el und vertikaler Text">
    <p:bg>
      <p:bgPr>
        <a:solidFill>
          <a:srgbClr val="FFFFFF"/>
        </a:solidFill>
        <a:effectLst/>
      </p:bgPr>
    </p:bg>
    <p:spTree>
      <p:nvGrpSpPr>
        <p:cNvPr id="1" name=""/>
        <p:cNvGrpSpPr/>
        <p:nvPr/>
      </p:nvGrpSpPr>
      <p:grpSpPr>
        <a:xfrm>
          <a:off x="0" y="0"/>
          <a:ext cx="0" cy="0"/>
          <a:chOff x="0" y="0"/>
          <a:chExt cx="0" cy="0"/>
        </a:xfrm>
      </p:grpSpPr>
      <p:pic>
        <p:nvPicPr>
          <p:cNvPr id="8" name="Grafik 7"/>
          <p:cNvPicPr/>
          <p:nvPr/>
        </p:nvPicPr>
        <p:blipFill>
          <a:blip r:embed="rId2"/>
          <a:stretch/>
        </p:blipFill>
        <p:spPr>
          <a:xfrm>
            <a:off x="10654920" y="0"/>
            <a:ext cx="1536840" cy="1521720"/>
          </a:xfrm>
          <a:prstGeom prst="rect">
            <a:avLst/>
          </a:prstGeom>
          <a:noFill/>
          <a:ln w="0">
            <a:noFill/>
          </a:ln>
        </p:spPr>
      </p:pic>
      <p:sp>
        <p:nvSpPr>
          <p:cNvPr id="9" name="PlaceHolder 1"/>
          <p:cNvSpPr>
            <a:spLocks noGrp="1"/>
          </p:cNvSpPr>
          <p:nvPr>
            <p:ph type="title"/>
          </p:nvPr>
        </p:nvSpPr>
        <p:spPr>
          <a:xfrm>
            <a:off x="838080" y="365040"/>
            <a:ext cx="908532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10"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p>
        </p:txBody>
      </p:sp>
      <p:sp>
        <p:nvSpPr>
          <p:cNvPr id="11"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12"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13"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A8013ABB-9C9D-49E4-8CFD-D413DCA6E46F}"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bg>
      <p:bgPr>
        <a:solidFill>
          <a:srgbClr val="FFFFFF"/>
        </a:solidFill>
        <a:effectLst/>
      </p:bgPr>
    </p:bg>
    <p:spTree>
      <p:nvGrpSpPr>
        <p:cNvPr id="1" name=""/>
        <p:cNvGrpSpPr/>
        <p:nvPr/>
      </p:nvGrpSpPr>
      <p:grpSpPr>
        <a:xfrm>
          <a:off x="0" y="0"/>
          <a:ext cx="0" cy="0"/>
          <a:chOff x="0" y="0"/>
          <a:chExt cx="0" cy="0"/>
        </a:xfrm>
      </p:grpSpPr>
      <p:pic>
        <p:nvPicPr>
          <p:cNvPr id="14" name="Grafik 7"/>
          <p:cNvPicPr/>
          <p:nvPr/>
        </p:nvPicPr>
        <p:blipFill>
          <a:blip r:embed="rId2"/>
          <a:stretch/>
        </p:blipFill>
        <p:spPr>
          <a:xfrm>
            <a:off x="10654920" y="0"/>
            <a:ext cx="1536840" cy="1521720"/>
          </a:xfrm>
          <a:prstGeom prst="rect">
            <a:avLst/>
          </a:prstGeom>
          <a:noFill/>
          <a:ln w="0">
            <a:noFill/>
          </a:ln>
        </p:spPr>
      </p:pic>
      <p:sp>
        <p:nvSpPr>
          <p:cNvPr id="15"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16"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p>
        </p:txBody>
      </p:sp>
      <p:sp>
        <p:nvSpPr>
          <p:cNvPr id="17"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18"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19"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B941D8CA-1422-424F-A367-032D39840B6D}"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und Inhalt">
    <p:bg>
      <p:bgPr>
        <a:solidFill>
          <a:srgbClr val="FFFFFF"/>
        </a:solidFill>
        <a:effectLst/>
      </p:bgPr>
    </p:bg>
    <p:spTree>
      <p:nvGrpSpPr>
        <p:cNvPr id="1" name=""/>
        <p:cNvGrpSpPr/>
        <p:nvPr/>
      </p:nvGrpSpPr>
      <p:grpSpPr>
        <a:xfrm>
          <a:off x="0" y="0"/>
          <a:ext cx="0" cy="0"/>
          <a:chOff x="0" y="0"/>
          <a:chExt cx="0" cy="0"/>
        </a:xfrm>
      </p:grpSpPr>
      <p:pic>
        <p:nvPicPr>
          <p:cNvPr id="20" name="Grafik 7"/>
          <p:cNvPicPr/>
          <p:nvPr/>
        </p:nvPicPr>
        <p:blipFill>
          <a:blip r:embed="rId2"/>
          <a:stretch/>
        </p:blipFill>
        <p:spPr>
          <a:xfrm>
            <a:off x="10654920" y="0"/>
            <a:ext cx="1536840" cy="1521720"/>
          </a:xfrm>
          <a:prstGeom prst="rect">
            <a:avLst/>
          </a:prstGeom>
          <a:noFill/>
          <a:ln w="0">
            <a:noFill/>
          </a:ln>
        </p:spPr>
      </p:pic>
      <p:sp>
        <p:nvSpPr>
          <p:cNvPr id="21" name="PlaceHolder 1"/>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22" name="PlaceHolder 2"/>
          <p:cNvSpPr>
            <a:spLocks noGrp="1"/>
          </p:cNvSpPr>
          <p:nvPr>
            <p:ph type="body"/>
          </p:nvPr>
        </p:nvSpPr>
        <p:spPr>
          <a:xfrm>
            <a:off x="838080" y="1825560"/>
            <a:ext cx="10515240" cy="37051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p>
        </p:txBody>
      </p:sp>
      <p:sp>
        <p:nvSpPr>
          <p:cNvPr id="23"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24"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25"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9E72665D-0521-48C7-A0B9-73903347DA79}"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Abschnitts-&#10;überschrift">
    <p:bg>
      <p:bgPr>
        <a:solidFill>
          <a:srgbClr val="FFFFFF"/>
        </a:solidFill>
        <a:effectLst/>
      </p:bgPr>
    </p:bg>
    <p:spTree>
      <p:nvGrpSpPr>
        <p:cNvPr id="1" name=""/>
        <p:cNvGrpSpPr/>
        <p:nvPr/>
      </p:nvGrpSpPr>
      <p:grpSpPr>
        <a:xfrm>
          <a:off x="0" y="0"/>
          <a:ext cx="0" cy="0"/>
          <a:chOff x="0" y="0"/>
          <a:chExt cx="0" cy="0"/>
        </a:xfrm>
      </p:grpSpPr>
      <p:pic>
        <p:nvPicPr>
          <p:cNvPr id="26" name="Grafik 7"/>
          <p:cNvPicPr/>
          <p:nvPr/>
        </p:nvPicPr>
        <p:blipFill>
          <a:blip r:embed="rId2"/>
          <a:stretch/>
        </p:blipFill>
        <p:spPr>
          <a:xfrm>
            <a:off x="10654920" y="0"/>
            <a:ext cx="1536840" cy="1521720"/>
          </a:xfrm>
          <a:prstGeom prst="rect">
            <a:avLst/>
          </a:prstGeom>
          <a:noFill/>
          <a:ln w="0">
            <a:noFill/>
          </a:ln>
        </p:spPr>
      </p:pic>
      <p:sp>
        <p:nvSpPr>
          <p:cNvPr id="27"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de-DE" sz="6000" b="0" u="none" strike="noStrike">
                <a:solidFill>
                  <a:schemeClr val="dk1"/>
                </a:solidFill>
                <a:effectLst/>
                <a:uFillTx/>
                <a:latin typeface="Arial Black"/>
              </a:rPr>
              <a:t>Mastertitelformat bearbeiten</a:t>
            </a:r>
            <a:endParaRPr lang="de-DE" sz="6000" b="0" u="none" strike="noStrike">
              <a:solidFill>
                <a:schemeClr val="dk1"/>
              </a:solidFill>
              <a:effectLst/>
              <a:uFillTx/>
              <a:latin typeface="Calibri"/>
            </a:endParaRPr>
          </a:p>
        </p:txBody>
      </p:sp>
      <p:sp>
        <p:nvSpPr>
          <p:cNvPr id="28"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2400" b="0" u="none" strike="noStrike">
                <a:solidFill>
                  <a:schemeClr val="dk1">
                    <a:tint val="75000"/>
                  </a:schemeClr>
                </a:solidFill>
                <a:effectLst/>
                <a:uFillTx/>
                <a:latin typeface="Arial"/>
              </a:rPr>
              <a:t>Mastertextformat bearbeiten</a:t>
            </a:r>
            <a:endParaRPr lang="de-DE" sz="2400" b="0" u="none" strike="noStrike">
              <a:solidFill>
                <a:schemeClr val="dk1"/>
              </a:solidFill>
              <a:effectLst/>
              <a:uFillTx/>
              <a:latin typeface="Arial"/>
            </a:endParaRPr>
          </a:p>
        </p:txBody>
      </p:sp>
      <p:sp>
        <p:nvSpPr>
          <p:cNvPr id="29"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30"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31"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DF572D34-A86E-48DA-8D63-E50A2FB6E9CE}"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Zwei Inhalte">
    <p:bg>
      <p:bgPr>
        <a:solidFill>
          <a:srgbClr val="FFFFFF"/>
        </a:solidFill>
        <a:effectLst/>
      </p:bgPr>
    </p:bg>
    <p:spTree>
      <p:nvGrpSpPr>
        <p:cNvPr id="1" name=""/>
        <p:cNvGrpSpPr/>
        <p:nvPr/>
      </p:nvGrpSpPr>
      <p:grpSpPr>
        <a:xfrm>
          <a:off x="0" y="0"/>
          <a:ext cx="0" cy="0"/>
          <a:chOff x="0" y="0"/>
          <a:chExt cx="0" cy="0"/>
        </a:xfrm>
      </p:grpSpPr>
      <p:pic>
        <p:nvPicPr>
          <p:cNvPr id="32" name="Grafik 7"/>
          <p:cNvPicPr/>
          <p:nvPr/>
        </p:nvPicPr>
        <p:blipFill>
          <a:blip r:embed="rId2"/>
          <a:stretch/>
        </p:blipFill>
        <p:spPr>
          <a:xfrm>
            <a:off x="10654920" y="0"/>
            <a:ext cx="1536840" cy="1521720"/>
          </a:xfrm>
          <a:prstGeom prst="rect">
            <a:avLst/>
          </a:prstGeom>
          <a:noFill/>
          <a:ln w="0">
            <a:noFill/>
          </a:ln>
        </p:spPr>
      </p:pic>
      <p:sp>
        <p:nvSpPr>
          <p:cNvPr id="33" name="PlaceHolder 1"/>
          <p:cNvSpPr>
            <a:spLocks noGrp="1"/>
          </p:cNvSpPr>
          <p:nvPr>
            <p:ph type="title"/>
          </p:nvPr>
        </p:nvSpPr>
        <p:spPr>
          <a:xfrm>
            <a:off x="838080" y="365040"/>
            <a:ext cx="908532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34"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p>
        </p:txBody>
      </p:sp>
      <p:sp>
        <p:nvSpPr>
          <p:cNvPr id="35"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p>
        </p:txBody>
      </p:sp>
      <p:sp>
        <p:nvSpPr>
          <p:cNvPr id="36"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37"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38"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AD81FCBD-E8E4-4B24-A27E-82EA7021B3FD}"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ergleich">
    <p:bg>
      <p:bgPr>
        <a:solidFill>
          <a:srgbClr val="FFFFFF"/>
        </a:solidFill>
        <a:effectLst/>
      </p:bgPr>
    </p:bg>
    <p:spTree>
      <p:nvGrpSpPr>
        <p:cNvPr id="1" name=""/>
        <p:cNvGrpSpPr/>
        <p:nvPr/>
      </p:nvGrpSpPr>
      <p:grpSpPr>
        <a:xfrm>
          <a:off x="0" y="0"/>
          <a:ext cx="0" cy="0"/>
          <a:chOff x="0" y="0"/>
          <a:chExt cx="0" cy="0"/>
        </a:xfrm>
      </p:grpSpPr>
      <p:pic>
        <p:nvPicPr>
          <p:cNvPr id="39" name="Grafik 7"/>
          <p:cNvPicPr/>
          <p:nvPr/>
        </p:nvPicPr>
        <p:blipFill>
          <a:blip r:embed="rId2"/>
          <a:stretch/>
        </p:blipFill>
        <p:spPr>
          <a:xfrm>
            <a:off x="10654920" y="0"/>
            <a:ext cx="1536840" cy="1521720"/>
          </a:xfrm>
          <a:prstGeom prst="rect">
            <a:avLst/>
          </a:prstGeom>
          <a:noFill/>
          <a:ln w="0">
            <a:noFill/>
          </a:ln>
        </p:spPr>
      </p:pic>
      <p:sp>
        <p:nvSpPr>
          <p:cNvPr id="40"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41"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de-DE" sz="2400" b="1" u="none" strike="noStrike">
                <a:solidFill>
                  <a:schemeClr val="dk1"/>
                </a:solidFill>
                <a:effectLst/>
                <a:uFillTx/>
                <a:latin typeface="Arial"/>
              </a:rPr>
              <a:t>Mastertextformat bearbeiten</a:t>
            </a:r>
            <a:endParaRPr lang="de-DE" sz="2400" b="0" u="none" strike="noStrike">
              <a:solidFill>
                <a:schemeClr val="dk1"/>
              </a:solidFill>
              <a:effectLst/>
              <a:uFillTx/>
              <a:latin typeface="Arial"/>
            </a:endParaRPr>
          </a:p>
        </p:txBody>
      </p:sp>
      <p:sp>
        <p:nvSpPr>
          <p:cNvPr id="42"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p>
        </p:txBody>
      </p:sp>
      <p:sp>
        <p:nvSpPr>
          <p:cNvPr id="43"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de-DE" sz="2400" b="1" u="none" strike="noStrike">
                <a:solidFill>
                  <a:schemeClr val="dk1"/>
                </a:solidFill>
                <a:effectLst/>
                <a:uFillTx/>
                <a:latin typeface="Arial"/>
              </a:rPr>
              <a:t>Mastertextformat bearbeiten</a:t>
            </a:r>
            <a:endParaRPr lang="de-DE" sz="2400" b="0" u="none" strike="noStrike">
              <a:solidFill>
                <a:schemeClr val="dk1"/>
              </a:solidFill>
              <a:effectLst/>
              <a:uFillTx/>
              <a:latin typeface="Arial"/>
            </a:endParaRPr>
          </a:p>
        </p:txBody>
      </p:sp>
      <p:sp>
        <p:nvSpPr>
          <p:cNvPr id="44"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Mastertextformat bearbeiten</a:t>
            </a:r>
          </a:p>
          <a:p>
            <a:pPr marL="685800" lvl="1"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Zweite Ebene</a:t>
            </a:r>
          </a:p>
          <a:p>
            <a:pPr marL="1143000" lvl="2"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Dritte Ebene</a:t>
            </a:r>
          </a:p>
          <a:p>
            <a:pPr marL="1600200" lvl="3"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Vierte Ebene</a:t>
            </a:r>
          </a:p>
          <a:p>
            <a:pPr marL="2057400" lvl="4" indent="-228600" defTabSz="914400">
              <a:lnSpc>
                <a:spcPct val="90000"/>
              </a:lnSpc>
              <a:spcBef>
                <a:spcPts val="499"/>
              </a:spcBef>
              <a:buClr>
                <a:srgbClr val="000000"/>
              </a:buClr>
              <a:buFont typeface="Arial"/>
              <a:buChar char="•"/>
            </a:pPr>
            <a:r>
              <a:rPr lang="de-DE" sz="1800" b="0" u="none" strike="noStrike">
                <a:solidFill>
                  <a:schemeClr val="dk1"/>
                </a:solidFill>
                <a:effectLst/>
                <a:uFillTx/>
                <a:latin typeface="Arial"/>
              </a:rPr>
              <a:t>Fünfte Ebene</a:t>
            </a:r>
          </a:p>
        </p:txBody>
      </p:sp>
      <p:sp>
        <p:nvSpPr>
          <p:cNvPr id="45"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46"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47"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4BA295FB-D02B-4377-BFA9-3FC6FC63EDA1}"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Nur Titel">
    <p:bg>
      <p:bgPr>
        <a:solidFill>
          <a:srgbClr val="FFFFFF"/>
        </a:solidFill>
        <a:effectLst/>
      </p:bgPr>
    </p:bg>
    <p:spTree>
      <p:nvGrpSpPr>
        <p:cNvPr id="1" name=""/>
        <p:cNvGrpSpPr/>
        <p:nvPr/>
      </p:nvGrpSpPr>
      <p:grpSpPr>
        <a:xfrm>
          <a:off x="0" y="0"/>
          <a:ext cx="0" cy="0"/>
          <a:chOff x="0" y="0"/>
          <a:chExt cx="0" cy="0"/>
        </a:xfrm>
      </p:grpSpPr>
      <p:pic>
        <p:nvPicPr>
          <p:cNvPr id="48" name="Grafik 7"/>
          <p:cNvPicPr/>
          <p:nvPr/>
        </p:nvPicPr>
        <p:blipFill>
          <a:blip r:embed="rId2"/>
          <a:stretch/>
        </p:blipFill>
        <p:spPr>
          <a:xfrm>
            <a:off x="10654920" y="0"/>
            <a:ext cx="1536840" cy="1521720"/>
          </a:xfrm>
          <a:prstGeom prst="rect">
            <a:avLst/>
          </a:prstGeom>
          <a:noFill/>
          <a:ln w="0">
            <a:noFill/>
          </a:ln>
        </p:spPr>
      </p:pic>
      <p:sp>
        <p:nvSpPr>
          <p:cNvPr id="49" name="PlaceHolder 1"/>
          <p:cNvSpPr>
            <a:spLocks noGrp="1"/>
          </p:cNvSpPr>
          <p:nvPr>
            <p:ph type="title"/>
          </p:nvPr>
        </p:nvSpPr>
        <p:spPr>
          <a:xfrm>
            <a:off x="838080" y="365040"/>
            <a:ext cx="908532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Mastertitelformat bearbeiten</a:t>
            </a:r>
            <a:endParaRPr lang="de-DE" sz="4400" b="0" u="none" strike="noStrike">
              <a:solidFill>
                <a:schemeClr val="dk1"/>
              </a:solidFill>
              <a:effectLst/>
              <a:uFillTx/>
              <a:latin typeface="Calibri"/>
            </a:endParaRPr>
          </a:p>
        </p:txBody>
      </p:sp>
      <p:sp>
        <p:nvSpPr>
          <p:cNvPr id="50"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51"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52"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9FC5C2CF-0C4E-4EDC-B9C1-49DD5F7A5489}"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eer">
    <p:bg>
      <p:bgPr>
        <a:solidFill>
          <a:srgbClr val="FFFFFF"/>
        </a:solidFill>
        <a:effectLst/>
      </p:bgPr>
    </p:bg>
    <p:spTree>
      <p:nvGrpSpPr>
        <p:cNvPr id="1" name=""/>
        <p:cNvGrpSpPr/>
        <p:nvPr/>
      </p:nvGrpSpPr>
      <p:grpSpPr>
        <a:xfrm>
          <a:off x="0" y="0"/>
          <a:ext cx="0" cy="0"/>
          <a:chOff x="0" y="0"/>
          <a:chExt cx="0" cy="0"/>
        </a:xfrm>
      </p:grpSpPr>
      <p:pic>
        <p:nvPicPr>
          <p:cNvPr id="53" name="Grafik 7"/>
          <p:cNvPicPr/>
          <p:nvPr/>
        </p:nvPicPr>
        <p:blipFill>
          <a:blip r:embed="rId2"/>
          <a:stretch/>
        </p:blipFill>
        <p:spPr>
          <a:xfrm>
            <a:off x="10654920" y="0"/>
            <a:ext cx="1536840" cy="1521720"/>
          </a:xfrm>
          <a:prstGeom prst="rect">
            <a:avLst/>
          </a:prstGeom>
          <a:noFill/>
          <a:ln w="0">
            <a:noFill/>
          </a:ln>
        </p:spPr>
      </p:pic>
      <p:sp>
        <p:nvSpPr>
          <p:cNvPr id="5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5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5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42C64CF0-177A-439D-BCF9-B35CA5DB1440}"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Inhalt mit Überschrift">
    <p:bg>
      <p:bgPr>
        <a:solidFill>
          <a:srgbClr val="FFFFFF"/>
        </a:solidFill>
        <a:effectLst/>
      </p:bgPr>
    </p:bg>
    <p:spTree>
      <p:nvGrpSpPr>
        <p:cNvPr id="1" name=""/>
        <p:cNvGrpSpPr/>
        <p:nvPr/>
      </p:nvGrpSpPr>
      <p:grpSpPr>
        <a:xfrm>
          <a:off x="0" y="0"/>
          <a:ext cx="0" cy="0"/>
          <a:chOff x="0" y="0"/>
          <a:chExt cx="0" cy="0"/>
        </a:xfrm>
      </p:grpSpPr>
      <p:pic>
        <p:nvPicPr>
          <p:cNvPr id="57" name="Grafik 7"/>
          <p:cNvPicPr/>
          <p:nvPr/>
        </p:nvPicPr>
        <p:blipFill>
          <a:blip r:embed="rId2"/>
          <a:stretch/>
        </p:blipFill>
        <p:spPr>
          <a:xfrm>
            <a:off x="10654920" y="0"/>
            <a:ext cx="1536840" cy="1521720"/>
          </a:xfrm>
          <a:prstGeom prst="rect">
            <a:avLst/>
          </a:prstGeom>
          <a:noFill/>
          <a:ln w="0">
            <a:noFill/>
          </a:ln>
        </p:spPr>
      </p:pic>
      <p:sp>
        <p:nvSpPr>
          <p:cNvPr id="5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de-DE" sz="3200" b="0" u="none" strike="noStrike">
                <a:solidFill>
                  <a:schemeClr val="dk1"/>
                </a:solidFill>
                <a:effectLst/>
                <a:uFillTx/>
                <a:latin typeface="Arial Black"/>
              </a:rPr>
              <a:t>Mastertitelformat bearbeiten</a:t>
            </a:r>
            <a:endParaRPr lang="de-DE" sz="3200" b="0" u="none" strike="noStrike">
              <a:solidFill>
                <a:schemeClr val="dk1"/>
              </a:solidFill>
              <a:effectLst/>
              <a:uFillTx/>
              <a:latin typeface="Calibri"/>
            </a:endParaRPr>
          </a:p>
        </p:txBody>
      </p:sp>
      <p:sp>
        <p:nvSpPr>
          <p:cNvPr id="5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3200" b="0" u="none" strike="noStrike">
                <a:solidFill>
                  <a:schemeClr val="dk1"/>
                </a:solidFill>
                <a:effectLst/>
                <a:uFillTx/>
                <a:latin typeface="Arial"/>
              </a:rPr>
              <a:t>Mastertextformat bearbeiten</a:t>
            </a:r>
          </a:p>
          <a:p>
            <a:pPr marL="685800" lvl="1" indent="-228600" defTabSz="914400">
              <a:lnSpc>
                <a:spcPct val="90000"/>
              </a:lnSpc>
              <a:spcBef>
                <a:spcPts val="499"/>
              </a:spcBef>
              <a:buClr>
                <a:srgbClr val="000000"/>
              </a:buClr>
              <a:buFont typeface="Arial"/>
              <a:buChar char="•"/>
            </a:pPr>
            <a:r>
              <a:rPr lang="de-DE" sz="2800" b="0" u="none" strike="noStrike">
                <a:solidFill>
                  <a:schemeClr val="dk1"/>
                </a:solidFill>
                <a:effectLst/>
                <a:uFillTx/>
                <a:latin typeface="Arial"/>
              </a:rPr>
              <a:t>Zweite Ebene</a:t>
            </a:r>
          </a:p>
          <a:p>
            <a:pPr marL="1143000" lvl="2" indent="-228600" defTabSz="914400">
              <a:lnSpc>
                <a:spcPct val="90000"/>
              </a:lnSpc>
              <a:spcBef>
                <a:spcPts val="499"/>
              </a:spcBef>
              <a:buClr>
                <a:srgbClr val="000000"/>
              </a:buClr>
              <a:buFont typeface="Arial"/>
              <a:buChar char="•"/>
            </a:pPr>
            <a:r>
              <a:rPr lang="de-DE" sz="2400" b="0" u="none" strike="noStrike">
                <a:solidFill>
                  <a:schemeClr val="dk1"/>
                </a:solidFill>
                <a:effectLst/>
                <a:uFillTx/>
                <a:latin typeface="Arial"/>
              </a:rPr>
              <a:t>Dritte Ebene</a:t>
            </a:r>
          </a:p>
          <a:p>
            <a:pPr marL="1600200" lvl="3"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Vierte Ebene</a:t>
            </a:r>
          </a:p>
          <a:p>
            <a:pPr marL="2057400" lvl="4" indent="-228600" defTabSz="914400">
              <a:lnSpc>
                <a:spcPct val="90000"/>
              </a:lnSpc>
              <a:spcBef>
                <a:spcPts val="499"/>
              </a:spcBef>
              <a:buClr>
                <a:srgbClr val="000000"/>
              </a:buClr>
              <a:buFont typeface="Arial"/>
              <a:buChar char="•"/>
            </a:pPr>
            <a:r>
              <a:rPr lang="de-DE" sz="2000" b="0" u="none" strike="noStrike">
                <a:solidFill>
                  <a:schemeClr val="dk1"/>
                </a:solidFill>
                <a:effectLst/>
                <a:uFillTx/>
                <a:latin typeface="Arial"/>
              </a:rPr>
              <a:t>Fünfte Ebene</a:t>
            </a:r>
          </a:p>
        </p:txBody>
      </p:sp>
      <p:sp>
        <p:nvSpPr>
          <p:cNvPr id="6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1600" b="0" u="none" strike="noStrike">
                <a:solidFill>
                  <a:schemeClr val="dk1"/>
                </a:solidFill>
                <a:effectLst/>
                <a:uFillTx/>
                <a:latin typeface="Arial"/>
              </a:rPr>
              <a:t>Mastertextformat bearbeiten</a:t>
            </a:r>
          </a:p>
        </p:txBody>
      </p:sp>
      <p:sp>
        <p:nvSpPr>
          <p:cNvPr id="6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6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6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7257B9C2-FFCB-4077-9791-8DEEBE6E6783}"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ild mit Überschrift">
    <p:bg>
      <p:bgPr>
        <a:solidFill>
          <a:srgbClr val="FFFFFF"/>
        </a:solidFill>
        <a:effectLst/>
      </p:bgPr>
    </p:bg>
    <p:spTree>
      <p:nvGrpSpPr>
        <p:cNvPr id="1" name=""/>
        <p:cNvGrpSpPr/>
        <p:nvPr/>
      </p:nvGrpSpPr>
      <p:grpSpPr>
        <a:xfrm>
          <a:off x="0" y="0"/>
          <a:ext cx="0" cy="0"/>
          <a:chOff x="0" y="0"/>
          <a:chExt cx="0" cy="0"/>
        </a:xfrm>
      </p:grpSpPr>
      <p:pic>
        <p:nvPicPr>
          <p:cNvPr id="64" name="Grafik 7"/>
          <p:cNvPicPr/>
          <p:nvPr/>
        </p:nvPicPr>
        <p:blipFill>
          <a:blip r:embed="rId2"/>
          <a:stretch/>
        </p:blipFill>
        <p:spPr>
          <a:xfrm>
            <a:off x="10654920" y="0"/>
            <a:ext cx="1536840" cy="1521720"/>
          </a:xfrm>
          <a:prstGeom prst="rect">
            <a:avLst/>
          </a:prstGeom>
          <a:noFill/>
          <a:ln w="0">
            <a:noFill/>
          </a:ln>
        </p:spPr>
      </p:pic>
      <p:sp>
        <p:nvSpPr>
          <p:cNvPr id="65"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de-DE" sz="3200" b="0" u="none" strike="noStrike">
                <a:solidFill>
                  <a:schemeClr val="dk1"/>
                </a:solidFill>
                <a:effectLst/>
                <a:uFillTx/>
                <a:latin typeface="Arial Black"/>
              </a:rPr>
              <a:t>Mastertitelformat bearbeiten</a:t>
            </a:r>
            <a:endParaRPr lang="de-DE" sz="3200" b="0" u="none" strike="noStrike">
              <a:solidFill>
                <a:schemeClr val="dk1"/>
              </a:solidFill>
              <a:effectLst/>
              <a:uFillTx/>
              <a:latin typeface="Calibri"/>
            </a:endParaRPr>
          </a:p>
        </p:txBody>
      </p:sp>
      <p:sp>
        <p:nvSpPr>
          <p:cNvPr id="66"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de-DE" sz="3200" b="0" u="none" strike="noStrike">
                <a:solidFill>
                  <a:schemeClr val="dk1"/>
                </a:solidFill>
                <a:effectLst/>
                <a:uFillTx/>
                <a:latin typeface="Arial"/>
              </a:rPr>
              <a:t>Format des Gliederungstextes durch Klicken bearbeiten</a:t>
            </a:r>
          </a:p>
          <a:p>
            <a:pPr marL="864000" lvl="1" indent="-324000">
              <a:lnSpc>
                <a:spcPct val="90000"/>
              </a:lnSpc>
              <a:spcBef>
                <a:spcPts val="1134"/>
              </a:spcBef>
              <a:buClr>
                <a:srgbClr val="000000"/>
              </a:buClr>
              <a:buSzPct val="75000"/>
              <a:buFont typeface="Symbol" charset="2"/>
              <a:buChar char=""/>
            </a:pPr>
            <a:r>
              <a:rPr lang="de-DE" sz="3200" b="0" u="none" strike="noStrike">
                <a:solidFill>
                  <a:schemeClr val="dk1"/>
                </a:solidFill>
                <a:effectLst/>
                <a:uFillTx/>
                <a:latin typeface="Arial"/>
              </a:rPr>
              <a:t>Zweite Gliederungsebene</a:t>
            </a:r>
          </a:p>
          <a:p>
            <a:pPr marL="1296000" lvl="2" indent="-288000">
              <a:lnSpc>
                <a:spcPct val="90000"/>
              </a:lnSpc>
              <a:spcBef>
                <a:spcPts val="850"/>
              </a:spcBef>
              <a:buClr>
                <a:srgbClr val="000000"/>
              </a:buClr>
              <a:buSzPct val="45000"/>
              <a:buFont typeface="Wingdings" charset="2"/>
              <a:buChar char=""/>
            </a:pPr>
            <a:r>
              <a:rPr lang="de-DE" sz="3200" b="0" u="none" strike="noStrike">
                <a:solidFill>
                  <a:schemeClr val="dk1"/>
                </a:solidFill>
                <a:effectLst/>
                <a:uFillTx/>
                <a:latin typeface="Arial"/>
              </a:rPr>
              <a:t>Dritte Gliederungsebene</a:t>
            </a:r>
          </a:p>
          <a:p>
            <a:pPr marL="1728000" lvl="3" indent="-216000">
              <a:lnSpc>
                <a:spcPct val="90000"/>
              </a:lnSpc>
              <a:spcBef>
                <a:spcPts val="567"/>
              </a:spcBef>
              <a:buClr>
                <a:srgbClr val="000000"/>
              </a:buClr>
              <a:buSzPct val="75000"/>
              <a:buFont typeface="Symbol" charset="2"/>
              <a:buChar char=""/>
            </a:pPr>
            <a:r>
              <a:rPr lang="de-DE" sz="3200" b="0" u="none" strike="noStrike">
                <a:solidFill>
                  <a:schemeClr val="dk1"/>
                </a:solidFill>
                <a:effectLst/>
                <a:uFillTx/>
                <a:latin typeface="Arial"/>
              </a:rPr>
              <a:t>Vierte Gliederungsebene</a:t>
            </a:r>
          </a:p>
          <a:p>
            <a:pPr marL="2160000" lvl="4"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Arial"/>
              </a:rPr>
              <a:t>Fünfte Gliederungsebene</a:t>
            </a:r>
          </a:p>
          <a:p>
            <a:pPr marL="2592000" lvl="5"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Arial"/>
              </a:rPr>
              <a:t>Sechste Gliederungsebene</a:t>
            </a:r>
          </a:p>
          <a:p>
            <a:pPr marL="3024000" lvl="6"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Arial"/>
              </a:rPr>
              <a:t>Siebte Gliederungsebene</a:t>
            </a:r>
          </a:p>
        </p:txBody>
      </p:sp>
      <p:sp>
        <p:nvSpPr>
          <p:cNvPr id="67"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de-DE" sz="1600" b="0" u="none" strike="noStrike">
                <a:solidFill>
                  <a:schemeClr val="dk1"/>
                </a:solidFill>
                <a:effectLst/>
                <a:uFillTx/>
                <a:latin typeface="Arial"/>
              </a:rPr>
              <a:t>Mastertextformat bearbeiten</a:t>
            </a:r>
          </a:p>
        </p:txBody>
      </p:sp>
      <p:sp>
        <p:nvSpPr>
          <p:cNvPr id="68"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&lt;Datum/Uhrzeit&gt;</a:t>
            </a:r>
            <a:endParaRPr lang="de-DE" sz="1200" b="0" u="none" strike="noStrike">
              <a:solidFill>
                <a:srgbClr val="000000"/>
              </a:solidFill>
              <a:effectLst/>
              <a:uFillTx/>
              <a:latin typeface="Times New Roman"/>
            </a:endParaRPr>
          </a:p>
        </p:txBody>
      </p:sp>
      <p:sp>
        <p:nvSpPr>
          <p:cNvPr id="69"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u="none" strike="noStrike">
                <a:solidFill>
                  <a:srgbClr val="000000"/>
                </a:solidFill>
                <a:effectLst/>
                <a:uFillTx/>
                <a:latin typeface="Times New Roman"/>
              </a:defRPr>
            </a:lvl1pPr>
          </a:lstStyle>
          <a:p>
            <a:pPr indent="0" algn="ctr">
              <a:buNone/>
            </a:pPr>
            <a:r>
              <a:rPr lang="de-DE" sz="1400" b="0" u="none" strike="noStrike">
                <a:solidFill>
                  <a:srgbClr val="000000"/>
                </a:solidFill>
                <a:effectLst/>
                <a:uFillTx/>
                <a:latin typeface="Times New Roman"/>
              </a:rPr>
              <a:t>&lt;Fußzeile&gt;</a:t>
            </a:r>
          </a:p>
        </p:txBody>
      </p:sp>
      <p:sp>
        <p:nvSpPr>
          <p:cNvPr id="70"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6A6CBA9E-88DB-423E-A5FC-EF3180CF69E6}" type="slidenum">
              <a:rPr lang="de-DE" sz="1200" b="0" u="none" strike="noStrike">
                <a:solidFill>
                  <a:schemeClr val="dk1">
                    <a:tint val="75000"/>
                  </a:schemeClr>
                </a:solidFill>
                <a:effectLst/>
                <a:uFillTx/>
                <a:latin typeface="Calibri"/>
              </a:rPr>
              <a:t>‹Nr.›</a:t>
            </a:fld>
            <a:endParaRPr lang="de-DE"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4.xml"/><Relationship Id="rId7" Type="http://schemas.openxmlformats.org/officeDocument/2006/relationships/image" Target="../media/image6.png"/><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diagramLayout" Target="../diagrams/layout5.xml"/><Relationship Id="rId7" Type="http://schemas.openxmlformats.org/officeDocument/2006/relationships/image" Target="../media/image8.png"/><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image" Target="../media/image12.png"/><Relationship Id="rId7" Type="http://schemas.openxmlformats.org/officeDocument/2006/relationships/diagramQuickStyle" Target="../diagrams/quickStyle7.xml"/><Relationship Id="rId2" Type="http://schemas.openxmlformats.org/officeDocument/2006/relationships/image" Target="../media/image11.png"/><Relationship Id="rId1" Type="http://schemas.openxmlformats.org/officeDocument/2006/relationships/slideLayout" Target="../slideLayouts/slideLayout4.xml"/><Relationship Id="rId6" Type="http://schemas.openxmlformats.org/officeDocument/2006/relationships/diagramLayout" Target="../diagrams/layout7.xml"/><Relationship Id="rId5" Type="http://schemas.openxmlformats.org/officeDocument/2006/relationships/diagramData" Target="../diagrams/data7.xml"/><Relationship Id="rId4" Type="http://schemas.openxmlformats.org/officeDocument/2006/relationships/image" Target="../media/image13.png"/><Relationship Id="rId9" Type="http://schemas.microsoft.com/office/2007/relationships/diagramDrawing" Target="../diagrams/drawing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9.xml"/><Relationship Id="rId7" Type="http://schemas.openxmlformats.org/officeDocument/2006/relationships/image" Target="../media/image14.jpeg"/><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16.jpeg"/><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2.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diagramLayout" Target="../diagrams/layout11.xml"/><Relationship Id="rId7" Type="http://schemas.openxmlformats.org/officeDocument/2006/relationships/image" Target="../media/image17.png"/><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 Id="rId9" Type="http://schemas.openxmlformats.org/officeDocument/2006/relationships/image" Target="../media/image19.jpeg"/></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hyperlink" Target="https://www.istockphoto.com/de/vektor/deadline-benachrichtigung-ereignis-erinnerung-auf-kalender-vektor-flache-cartoon-gm1223979431-359717034" TargetMode="External"/><Relationship Id="rId13" Type="http://schemas.openxmlformats.org/officeDocument/2006/relationships/hyperlink" Target="https://stock.adobe.com/de/search?k=vielen+dank+f%C3%BCr+ihre+aufmerksamkeit" TargetMode="External"/><Relationship Id="rId3" Type="http://schemas.openxmlformats.org/officeDocument/2006/relationships/hyperlink" Target="https://de.dreamstime.com/illustration/wegweiser.html" TargetMode="External"/><Relationship Id="rId7" Type="http://schemas.openxmlformats.org/officeDocument/2006/relationships/hyperlink" Target="https://de.wikipedia.org/wiki/C-Sharp" TargetMode="External"/><Relationship Id="rId12" Type="http://schemas.openxmlformats.org/officeDocument/2006/relationships/hyperlink" Target="https://www.youtube.com/watch?v=Vkgjl0WELko&amp;t=1128s" TargetMode="External"/><Relationship Id="rId2" Type="http://schemas.openxmlformats.org/officeDocument/2006/relationships/hyperlink" Target="https://fhvs.info/pen-and-paper-das-erste-treffen/" TargetMode="External"/><Relationship Id="rId1" Type="http://schemas.openxmlformats.org/officeDocument/2006/relationships/slideLayout" Target="../slideLayouts/slideLayout4.xml"/><Relationship Id="rId6" Type="http://schemas.openxmlformats.org/officeDocument/2006/relationships/hyperlink" Target="https://www.ultimatewb.com/blog/1751/can-html-css-and-javascript-create-a-website/" TargetMode="External"/><Relationship Id="rId11" Type="http://schemas.openxmlformats.org/officeDocument/2006/relationships/hyperlink" Target="https://de.vecteezy.com/vektorkunst/584225-vector-die-illustrationshande-die-zielflagge-auf-weissem-hintergrund-halten" TargetMode="External"/><Relationship Id="rId5" Type="http://schemas.openxmlformats.org/officeDocument/2006/relationships/hyperlink" Target="https://www.executivewomanmedia.com/shortcuts-how-to-set-clear-goals/" TargetMode="External"/><Relationship Id="rId10" Type="http://schemas.openxmlformats.org/officeDocument/2006/relationships/hyperlink" Target="https://de.freepik.com/vektoren-premium/bewerten-sie-uns-mit-balken-von-1-bis-10-vektorgrafik-im-flachen-design-isoliert-auf-weissem-hintergrund_69654283.htm" TargetMode="External"/><Relationship Id="rId4" Type="http://schemas.openxmlformats.org/officeDocument/2006/relationships/hyperlink" Target="https://www.nuget.org/profiles/aspnet" TargetMode="External"/><Relationship Id="rId9" Type="http://schemas.openxmlformats.org/officeDocument/2006/relationships/hyperlink" Target="https://de.vecteezy.com/vektorkunst/8143497-aufgerolltes-massband-skizze-massband-nahen-handwerk-attribut-schneiderei-workshop-ausrustung-diat-gewichtsverlust-symbol-lange-grosse-messwerkzeug-profi-schneider-instrument"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rmAutofit/>
          </a:bodyPr>
          <a:lstStyle/>
          <a:p>
            <a:pPr indent="0" algn="ctr" defTabSz="914400">
              <a:lnSpc>
                <a:spcPct val="90000"/>
              </a:lnSpc>
              <a:buNone/>
            </a:pPr>
            <a:r>
              <a:rPr lang="de-DE" sz="6000" b="0" u="none" strike="noStrike" dirty="0">
                <a:solidFill>
                  <a:schemeClr val="dk1"/>
                </a:solidFill>
                <a:effectLst/>
                <a:uFillTx/>
                <a:latin typeface="Arial Black"/>
              </a:rPr>
              <a:t>Meilensteine vom</a:t>
            </a:r>
            <a:br>
              <a:rPr sz="6000" dirty="0"/>
            </a:br>
            <a:r>
              <a:rPr lang="de-DE" sz="4400" b="0" u="none" strike="noStrike" dirty="0">
                <a:solidFill>
                  <a:schemeClr val="dk1"/>
                </a:solidFill>
                <a:effectLst/>
                <a:uFillTx/>
                <a:latin typeface="Arial Black"/>
              </a:rPr>
              <a:t>Pen-And-Paper </a:t>
            </a:r>
            <a:r>
              <a:rPr lang="de-DE" sz="4400" b="0" u="none" strike="noStrike" dirty="0" err="1">
                <a:solidFill>
                  <a:schemeClr val="dk1"/>
                </a:solidFill>
                <a:effectLst/>
                <a:uFillTx/>
                <a:latin typeface="Arial Black"/>
              </a:rPr>
              <a:t>Mgmt</a:t>
            </a:r>
            <a:r>
              <a:rPr lang="de-DE" sz="4400" b="0" u="none" strike="noStrike" dirty="0">
                <a:solidFill>
                  <a:schemeClr val="dk1"/>
                </a:solidFill>
                <a:effectLst/>
                <a:uFillTx/>
                <a:latin typeface="Arial Black"/>
              </a:rPr>
              <a:t> Tool</a:t>
            </a:r>
            <a:endParaRPr lang="de-DE" sz="4400" b="0" u="none" strike="noStrike" dirty="0">
              <a:solidFill>
                <a:schemeClr val="dk1"/>
              </a:solidFill>
              <a:effectLst/>
              <a:uFillTx/>
              <a:latin typeface="Calibri"/>
            </a:endParaRPr>
          </a:p>
        </p:txBody>
      </p:sp>
      <p:sp>
        <p:nvSpPr>
          <p:cNvPr id="72"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Autofit/>
          </a:bodyPr>
          <a:lstStyle/>
          <a:p>
            <a:pPr indent="0" algn="ctr" defTabSz="914400">
              <a:lnSpc>
                <a:spcPct val="90000"/>
              </a:lnSpc>
              <a:spcBef>
                <a:spcPts val="1001"/>
              </a:spcBef>
              <a:buNone/>
              <a:tabLst>
                <a:tab pos="0" algn="l"/>
              </a:tabLst>
            </a:pPr>
            <a:r>
              <a:rPr lang="de-DE" sz="2400" b="0" u="none" strike="noStrike" dirty="0">
                <a:solidFill>
                  <a:schemeClr val="dk1"/>
                </a:solidFill>
                <a:effectLst/>
                <a:uFillTx/>
                <a:latin typeface="Arial"/>
              </a:rPr>
              <a:t>Nelus Köchy – Elias Schmidt – Beat Höllwarth – Jason Lehmann</a:t>
            </a:r>
            <a:endParaRPr lang="de-DE" sz="2400" b="0" u="none" strike="noStrike" dirty="0">
              <a:solidFill>
                <a:srgbClr val="000000"/>
              </a:solidFill>
              <a:effectLst/>
              <a:uFillTx/>
              <a:latin typeface="Arial"/>
            </a:endParaRPr>
          </a:p>
        </p:txBody>
      </p:sp>
      <p:sp>
        <p:nvSpPr>
          <p:cNvPr id="73" name="Rechteck 3"/>
          <p:cNvSpPr/>
          <p:nvPr/>
        </p:nvSpPr>
        <p:spPr>
          <a:xfrm>
            <a:off x="746280" y="5467680"/>
            <a:ext cx="11019240" cy="811440"/>
          </a:xfrm>
          <a:prstGeom prst="rect">
            <a:avLst/>
          </a:prstGeom>
          <a:solidFill>
            <a:srgbClr val="FFFFFF"/>
          </a:solidFill>
          <a:ln>
            <a:solidFill>
              <a:srgbClr val="FFFFFF"/>
            </a:solidFill>
          </a:ln>
        </p:spPr>
        <p:style>
          <a:lnRef idx="2">
            <a:schemeClr val="dk1"/>
          </a:lnRef>
          <a:fillRef idx="1">
            <a:schemeClr val="lt1"/>
          </a:fillRef>
          <a:effectRef idx="0">
            <a:schemeClr val="dk1"/>
          </a:effectRef>
          <a:fontRef idx="minor"/>
        </p:style>
        <p:txBody>
          <a:bodyPr lIns="90000" tIns="45000" rIns="90000" bIns="45000" anchor="ctr">
            <a:noAutofit/>
          </a:bodyPr>
          <a:lstStyle/>
          <a:p>
            <a:pPr algn="ctr" defTabSz="914400">
              <a:lnSpc>
                <a:spcPct val="100000"/>
              </a:lnSpc>
            </a:pPr>
            <a:endParaRPr lang="de-DE" sz="1800" b="0" u="none" strike="noStrike">
              <a:solidFill>
                <a:schemeClr val="dk1"/>
              </a:solidFill>
              <a:effectLst/>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Projekt</a:t>
            </a:r>
            <a:endParaRPr lang="de-DE" sz="4400" b="0" u="none" strike="noStrike">
              <a:solidFill>
                <a:schemeClr val="dk1"/>
              </a:solidFill>
              <a:effectLst/>
              <a:uFillTx/>
              <a:latin typeface="Calibri"/>
            </a:endParaRPr>
          </a:p>
        </p:txBody>
      </p:sp>
      <p:sp>
        <p:nvSpPr>
          <p:cNvPr id="75" name="PlaceHolder 2"/>
          <p:cNvSpPr>
            <a:spLocks noGrp="1"/>
          </p:cNvSpPr>
          <p:nvPr>
            <p:ph/>
          </p:nvPr>
        </p:nvSpPr>
        <p:spPr>
          <a:xfrm>
            <a:off x="838080" y="1825560"/>
            <a:ext cx="4918320" cy="381888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Tool zur Verwaltung von Pen-And-Paper-Games </a:t>
            </a:r>
          </a:p>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Besserer Spielfluss</a:t>
            </a:r>
          </a:p>
          <a:p>
            <a:pPr marL="228600" indent="-228600" defTabSz="914400">
              <a:lnSpc>
                <a:spcPct val="90000"/>
              </a:lnSpc>
              <a:spcBef>
                <a:spcPts val="1001"/>
              </a:spcBef>
              <a:buClr>
                <a:srgbClr val="000000"/>
              </a:buClr>
              <a:buFont typeface="Arial"/>
              <a:buChar char="•"/>
            </a:pPr>
            <a:r>
              <a:rPr lang="de-DE" sz="2800" b="0" u="none" strike="noStrike">
                <a:solidFill>
                  <a:schemeClr val="dk1"/>
                </a:solidFill>
                <a:effectLst/>
                <a:uFillTx/>
                <a:latin typeface="Arial"/>
              </a:rPr>
              <a:t>Selbsterdachte Spielmechaniken / Regelwerk </a:t>
            </a:r>
          </a:p>
          <a:p>
            <a:pPr indent="0" defTabSz="914400">
              <a:lnSpc>
                <a:spcPct val="90000"/>
              </a:lnSpc>
              <a:spcBef>
                <a:spcPts val="1001"/>
              </a:spcBef>
              <a:buNone/>
            </a:pPr>
            <a:endParaRPr lang="de-DE" sz="2800" b="0" u="none" strike="noStrike">
              <a:solidFill>
                <a:schemeClr val="dk1"/>
              </a:solidFill>
              <a:effectLst/>
              <a:uFillTx/>
              <a:latin typeface="Arial"/>
            </a:endParaRPr>
          </a:p>
          <a:p>
            <a:pPr indent="0" defTabSz="914400">
              <a:lnSpc>
                <a:spcPct val="90000"/>
              </a:lnSpc>
              <a:spcBef>
                <a:spcPts val="1001"/>
              </a:spcBef>
              <a:buNone/>
            </a:pPr>
            <a:endParaRPr lang="de-DE" sz="2800" b="0" u="none" strike="noStrike">
              <a:solidFill>
                <a:schemeClr val="dk1"/>
              </a:solidFill>
              <a:effectLst/>
              <a:uFillTx/>
              <a:latin typeface="Arial"/>
            </a:endParaRPr>
          </a:p>
          <a:p>
            <a:pPr indent="0" defTabSz="914400">
              <a:lnSpc>
                <a:spcPct val="90000"/>
              </a:lnSpc>
              <a:spcBef>
                <a:spcPts val="1001"/>
              </a:spcBef>
              <a:buNone/>
            </a:pPr>
            <a:endParaRPr lang="de-DE" sz="2800" b="0" u="none" strike="noStrike">
              <a:solidFill>
                <a:schemeClr val="dk1"/>
              </a:solidFill>
              <a:effectLst/>
              <a:uFillTx/>
              <a:latin typeface="Arial"/>
            </a:endParaRPr>
          </a:p>
        </p:txBody>
      </p:sp>
      <p:graphicFrame>
        <p:nvGraphicFramePr>
          <p:cNvPr id="76" name="Diagram1"/>
          <p:cNvGraphicFramePr/>
          <p:nvPr>
            <p:extLst>
              <p:ext uri="{D42A27DB-BD31-4B8C-83A1-F6EECF244321}">
                <p14:modId xmlns:p14="http://schemas.microsoft.com/office/powerpoint/2010/main" val="2464194534"/>
              </p:ext>
            </p:extLst>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7" name="Grafik 7"/>
          <p:cNvPicPr/>
          <p:nvPr/>
        </p:nvPicPr>
        <p:blipFill>
          <a:blip r:embed="rId8"/>
          <a:stretch/>
        </p:blipFill>
        <p:spPr>
          <a:xfrm>
            <a:off x="5123880" y="1792080"/>
            <a:ext cx="6530400" cy="3572640"/>
          </a:xfrm>
          <a:prstGeom prst="rect">
            <a:avLst/>
          </a:prstGeom>
          <a:noFill/>
          <a:ln w="0">
            <a:noFill/>
          </a:ln>
          <a:effectLst>
            <a:softEdge rad="112680"/>
          </a:effectLst>
        </p:spPr>
      </p:pic>
      <p:sp>
        <p:nvSpPr>
          <p:cNvPr id="4" name="PlaceHolder 3"/>
          <p:cNvSpPr>
            <a:spLocks noGrp="1"/>
          </p:cNvSpPr>
          <p:nvPr>
            <p:ph type="ftr" idx="11"/>
          </p:nvPr>
        </p:nvSpPr>
        <p:spPr/>
        <p:txBody>
          <a:bodyPr/>
          <a:lstStyle/>
          <a:p>
            <a:r>
              <a:t>Nelus Köchy</a:t>
            </a:r>
          </a:p>
        </p:txBody>
      </p:sp>
      <p:sp>
        <p:nvSpPr>
          <p:cNvPr id="5" name="PlaceHolder 4"/>
          <p:cNvSpPr>
            <a:spLocks noGrp="1"/>
          </p:cNvSpPr>
          <p:nvPr>
            <p:ph type="sldNum" idx="12"/>
          </p:nvPr>
        </p:nvSpPr>
        <p:spPr/>
        <p:txBody>
          <a:bodyPr/>
          <a:lstStyle/>
          <a:p>
            <a:fld id="{19A1BE1F-B55B-499C-9079-872B23F52521}" type="slidenum">
              <a:rPr/>
              <a:t>2</a:t>
            </a:fld>
            <a:endParaRPr/>
          </a:p>
        </p:txBody>
      </p:sp>
      <p:sp>
        <p:nvSpPr>
          <p:cNvPr id="6" name="PlaceHolder 5"/>
          <p:cNvSpPr>
            <a:spLocks noGrp="1"/>
          </p:cNvSpPr>
          <p:nvPr>
            <p:ph type="dt" idx="10"/>
          </p:nvPr>
        </p:nvSpPr>
        <p:spPr/>
        <p:txBody>
          <a:bodyPr/>
          <a:lstStyle/>
          <a:p>
            <a:fld id="{D734B9C6-70A5-4273-B9E7-23C5ED7F5EAC}" type="datetime1">
              <a:rPr lang="de-DE"/>
              <a:t>19.04.2026</a:t>
            </a:fld>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Soll-Konzept</a:t>
            </a:r>
            <a:endParaRPr lang="de-DE" sz="4400" b="0" u="none" strike="noStrike">
              <a:solidFill>
                <a:schemeClr val="dk1"/>
              </a:solidFill>
              <a:effectLst/>
              <a:uFillTx/>
              <a:latin typeface="Calibri"/>
            </a:endParaRPr>
          </a:p>
        </p:txBody>
      </p:sp>
      <p:sp>
        <p:nvSpPr>
          <p:cNvPr id="104" name="PlaceHolder 2"/>
          <p:cNvSpPr>
            <a:spLocks noGrp="1"/>
          </p:cNvSpPr>
          <p:nvPr>
            <p:ph/>
          </p:nvPr>
        </p:nvSpPr>
        <p:spPr>
          <a:xfrm>
            <a:off x="838080" y="1825560"/>
            <a:ext cx="10515240" cy="3705120"/>
          </a:xfrm>
          <a:prstGeom prst="rect">
            <a:avLst/>
          </a:prstGeom>
          <a:noFill/>
          <a:ln w="0">
            <a:noFill/>
          </a:ln>
        </p:spPr>
        <p:txBody>
          <a:bodyPr lIns="91440" tIns="45720" rIns="91440" bIns="45720" anchor="t">
            <a:noAutofit/>
          </a:bodyPr>
          <a:lstStyle/>
          <a:p>
            <a:pPr marL="457200" indent="-457200" defTabSz="914400">
              <a:lnSpc>
                <a:spcPct val="90000"/>
              </a:lnSpc>
              <a:spcBef>
                <a:spcPts val="1001"/>
              </a:spcBef>
              <a:buFont typeface="Arial" panose="020B0604020202020204" pitchFamily="34" charset="0"/>
              <a:buChar char="•"/>
            </a:pPr>
            <a:endParaRPr lang="de-DE" sz="2800" b="0" u="none" strike="noStrike" dirty="0">
              <a:solidFill>
                <a:schemeClr val="dk1"/>
              </a:solidFill>
              <a:effectLst/>
              <a:uFillTx/>
              <a:latin typeface="Arial"/>
            </a:endParaRPr>
          </a:p>
          <a:p>
            <a:pPr indent="0" defTabSz="914400">
              <a:lnSpc>
                <a:spcPct val="90000"/>
              </a:lnSpc>
              <a:spcBef>
                <a:spcPts val="1001"/>
              </a:spcBef>
              <a:buNone/>
            </a:pPr>
            <a:endParaRPr lang="de-DE" sz="2800" b="0" u="none" strike="noStrike" dirty="0">
              <a:solidFill>
                <a:schemeClr val="dk1"/>
              </a:solidFill>
              <a:effectLst/>
              <a:uFillTx/>
              <a:latin typeface="Arial"/>
            </a:endParaRPr>
          </a:p>
        </p:txBody>
      </p:sp>
      <p:graphicFrame>
        <p:nvGraphicFramePr>
          <p:cNvPr id="105" name="Diagram3"/>
          <p:cNvGraphicFramePr/>
          <p:nvPr>
            <p:extLst>
              <p:ext uri="{D42A27DB-BD31-4B8C-83A1-F6EECF244321}">
                <p14:modId xmlns:p14="http://schemas.microsoft.com/office/powerpoint/2010/main" val="1891951668"/>
              </p:ext>
            </p:extLst>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PlaceHolder 3"/>
          <p:cNvSpPr>
            <a:spLocks noGrp="1"/>
          </p:cNvSpPr>
          <p:nvPr>
            <p:ph type="ftr" idx="11"/>
          </p:nvPr>
        </p:nvSpPr>
        <p:spPr/>
        <p:txBody>
          <a:bodyPr/>
          <a:lstStyle/>
          <a:p>
            <a:r>
              <a:t>Nelus Köchy</a:t>
            </a:r>
          </a:p>
        </p:txBody>
      </p:sp>
      <p:sp>
        <p:nvSpPr>
          <p:cNvPr id="5" name="PlaceHolder 4"/>
          <p:cNvSpPr>
            <a:spLocks noGrp="1"/>
          </p:cNvSpPr>
          <p:nvPr>
            <p:ph type="sldNum" idx="12"/>
          </p:nvPr>
        </p:nvSpPr>
        <p:spPr/>
        <p:txBody>
          <a:bodyPr/>
          <a:lstStyle/>
          <a:p>
            <a:fld id="{1151A09F-42C4-477B-B749-3F311C3072F2}" type="slidenum">
              <a:rPr/>
              <a:t>3</a:t>
            </a:fld>
            <a:endParaRPr/>
          </a:p>
        </p:txBody>
      </p:sp>
      <p:sp>
        <p:nvSpPr>
          <p:cNvPr id="6" name="PlaceHolder 5"/>
          <p:cNvSpPr>
            <a:spLocks noGrp="1"/>
          </p:cNvSpPr>
          <p:nvPr>
            <p:ph type="dt" idx="10"/>
          </p:nvPr>
        </p:nvSpPr>
        <p:spPr/>
        <p:txBody>
          <a:bodyPr/>
          <a:lstStyle/>
          <a:p>
            <a:fld id="{50DCFEB3-1E0F-4886-84C6-BC72C486CAF2}" type="datetime1">
              <a:rPr lang="de-DE"/>
              <a:t>19.04.2026</a:t>
            </a:fld>
            <a:endParaRPr lang="de-DE"/>
          </a:p>
        </p:txBody>
      </p:sp>
      <p:pic>
        <p:nvPicPr>
          <p:cNvPr id="110" name="Grafik 10"/>
          <p:cNvPicPr/>
          <p:nvPr/>
        </p:nvPicPr>
        <p:blipFill>
          <a:blip r:embed="rId7"/>
          <a:stretch/>
        </p:blipFill>
        <p:spPr>
          <a:xfrm>
            <a:off x="5565058" y="1822680"/>
            <a:ext cx="5624051" cy="3705120"/>
          </a:xfrm>
          <a:prstGeom prst="rect">
            <a:avLst/>
          </a:prstGeom>
          <a:ln>
            <a:noFill/>
          </a:ln>
          <a:effectLst>
            <a:outerShdw blurRad="292100" dist="139700" dir="2700000" algn="tl" rotWithShape="0">
              <a:srgbClr val="333333">
                <a:alpha val="65000"/>
              </a:srgbClr>
            </a:outerShdw>
          </a:effectLst>
        </p:spPr>
      </p:pic>
      <p:sp>
        <p:nvSpPr>
          <p:cNvPr id="2" name="PlaceHolder 2">
            <a:extLst>
              <a:ext uri="{FF2B5EF4-FFF2-40B4-BE49-F238E27FC236}">
                <a16:creationId xmlns:a16="http://schemas.microsoft.com/office/drawing/2014/main" id="{B2735BD6-71EC-7141-2A3C-6BB32B85F4C0}"/>
              </a:ext>
            </a:extLst>
          </p:cNvPr>
          <p:cNvSpPr txBox="1">
            <a:spLocks/>
          </p:cNvSpPr>
          <p:nvPr/>
        </p:nvSpPr>
        <p:spPr>
          <a:xfrm>
            <a:off x="838080" y="1825560"/>
            <a:ext cx="6361920" cy="3818880"/>
          </a:xfrm>
          <a:prstGeom prst="rect">
            <a:avLst/>
          </a:prstGeom>
          <a:noFill/>
          <a:ln w="0">
            <a:noFill/>
          </a:ln>
        </p:spPr>
        <p:txBody>
          <a:bodyPr lIns="91440" tIns="45720" rIns="91440" bIns="4572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08000">
              <a:spcBef>
                <a:spcPts val="1417"/>
              </a:spcBef>
              <a:buClr>
                <a:srgbClr val="000000"/>
              </a:buClr>
              <a:buSzPct val="45000"/>
            </a:pPr>
            <a:r>
              <a:rPr lang="de-DE" sz="2600" b="1" dirty="0">
                <a:solidFill>
                  <a:schemeClr val="dk1"/>
                </a:solidFill>
                <a:latin typeface="Arial"/>
              </a:rPr>
              <a:t>Spielerverwaltung</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Charakterdaten</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Eigenschaften</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Fähigkeiten</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Inventar</a:t>
            </a:r>
          </a:p>
          <a:p>
            <a:pPr marL="889200" lvl="1" indent="-324000">
              <a:spcBef>
                <a:spcPts val="1417"/>
              </a:spcBef>
              <a:buClr>
                <a:srgbClr val="000000"/>
              </a:buClr>
              <a:buSzPct val="45000"/>
              <a:buFont typeface="Wingdings" charset="2"/>
              <a:buChar char=""/>
            </a:pPr>
            <a:endParaRPr lang="de-DE" sz="100" b="1" dirty="0">
              <a:solidFill>
                <a:schemeClr val="dk1"/>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Soll-Konzept</a:t>
            </a:r>
            <a:endParaRPr lang="de-DE" sz="4400" b="0" u="none" strike="noStrike">
              <a:solidFill>
                <a:schemeClr val="dk1"/>
              </a:solidFill>
              <a:effectLst/>
              <a:uFillTx/>
              <a:latin typeface="Calibri"/>
            </a:endParaRPr>
          </a:p>
        </p:txBody>
      </p:sp>
      <p:pic>
        <p:nvPicPr>
          <p:cNvPr id="109" name="Grafik 8"/>
          <p:cNvPicPr/>
          <p:nvPr/>
        </p:nvPicPr>
        <p:blipFill>
          <a:blip r:embed="rId2"/>
          <a:stretch/>
        </p:blipFill>
        <p:spPr>
          <a:xfrm>
            <a:off x="5505926" y="1825560"/>
            <a:ext cx="4975560" cy="3642840"/>
          </a:xfrm>
          <a:prstGeom prst="rect">
            <a:avLst/>
          </a:prstGeom>
          <a:ln>
            <a:noFill/>
          </a:ln>
          <a:effectLst>
            <a:outerShdw blurRad="292100" dist="139700" dir="2700000" algn="tl" rotWithShape="0">
              <a:srgbClr val="333333">
                <a:alpha val="65000"/>
              </a:srgbClr>
            </a:outerShdw>
          </a:effectLst>
        </p:spPr>
      </p:pic>
      <p:sp>
        <p:nvSpPr>
          <p:cNvPr id="4" name="PlaceHolder 3"/>
          <p:cNvSpPr>
            <a:spLocks noGrp="1"/>
          </p:cNvSpPr>
          <p:nvPr>
            <p:ph type="ftr" idx="11"/>
          </p:nvPr>
        </p:nvSpPr>
        <p:spPr/>
        <p:txBody>
          <a:bodyPr/>
          <a:lstStyle/>
          <a:p>
            <a:r>
              <a:t>Nelus Köchy</a:t>
            </a:r>
          </a:p>
        </p:txBody>
      </p:sp>
      <p:sp>
        <p:nvSpPr>
          <p:cNvPr id="5" name="PlaceHolder 4"/>
          <p:cNvSpPr>
            <a:spLocks noGrp="1"/>
          </p:cNvSpPr>
          <p:nvPr>
            <p:ph type="sldNum" idx="12"/>
          </p:nvPr>
        </p:nvSpPr>
        <p:spPr/>
        <p:txBody>
          <a:bodyPr/>
          <a:lstStyle/>
          <a:p>
            <a:fld id="{BC232B8C-BA37-4E7D-B51F-D1A632B3493B}" type="slidenum">
              <a:rPr/>
              <a:t>4</a:t>
            </a:fld>
            <a:endParaRPr/>
          </a:p>
        </p:txBody>
      </p:sp>
      <p:sp>
        <p:nvSpPr>
          <p:cNvPr id="6" name="PlaceHolder 5"/>
          <p:cNvSpPr>
            <a:spLocks noGrp="1"/>
          </p:cNvSpPr>
          <p:nvPr>
            <p:ph type="dt" idx="10"/>
          </p:nvPr>
        </p:nvSpPr>
        <p:spPr/>
        <p:txBody>
          <a:bodyPr/>
          <a:lstStyle/>
          <a:p>
            <a:fld id="{69888921-A206-450C-99E8-21741E33B22F}" type="datetime1">
              <a:rPr lang="de-DE"/>
              <a:t>19.04.2026</a:t>
            </a:fld>
            <a:endParaRPr lang="de-DE"/>
          </a:p>
        </p:txBody>
      </p:sp>
      <p:graphicFrame>
        <p:nvGraphicFramePr>
          <p:cNvPr id="8" name="Diagram3">
            <a:extLst>
              <a:ext uri="{FF2B5EF4-FFF2-40B4-BE49-F238E27FC236}">
                <a16:creationId xmlns:a16="http://schemas.microsoft.com/office/drawing/2014/main" id="{84BB7D5D-CC3E-9B8B-2886-4029230BC6DD}"/>
              </a:ext>
            </a:extLst>
          </p:cNvPr>
          <p:cNvGraphicFramePr/>
          <p:nvPr>
            <p:extLst>
              <p:ext uri="{D42A27DB-BD31-4B8C-83A1-F6EECF244321}">
                <p14:modId xmlns:p14="http://schemas.microsoft.com/office/powerpoint/2010/main" val="2454488004"/>
              </p:ext>
            </p:extLst>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PlaceHolder 2">
            <a:extLst>
              <a:ext uri="{FF2B5EF4-FFF2-40B4-BE49-F238E27FC236}">
                <a16:creationId xmlns:a16="http://schemas.microsoft.com/office/drawing/2014/main" id="{8E2B2027-8BD8-D7FD-3D4C-6C06799A08C3}"/>
              </a:ext>
            </a:extLst>
          </p:cNvPr>
          <p:cNvSpPr txBox="1">
            <a:spLocks/>
          </p:cNvSpPr>
          <p:nvPr/>
        </p:nvSpPr>
        <p:spPr>
          <a:xfrm>
            <a:off x="838080" y="1825560"/>
            <a:ext cx="6361920" cy="3818880"/>
          </a:xfrm>
          <a:prstGeom prst="rect">
            <a:avLst/>
          </a:prstGeom>
          <a:noFill/>
          <a:ln w="0">
            <a:noFill/>
          </a:ln>
        </p:spPr>
        <p:txBody>
          <a:bodyPr lIns="91440" tIns="45720" rIns="91440" bIns="4572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08000">
              <a:spcBef>
                <a:spcPts val="1417"/>
              </a:spcBef>
              <a:buClr>
                <a:srgbClr val="000000"/>
              </a:buClr>
              <a:buSzPct val="45000"/>
            </a:pPr>
            <a:r>
              <a:rPr lang="de-DE" sz="2600" b="1" dirty="0">
                <a:solidFill>
                  <a:schemeClr val="dk1"/>
                </a:solidFill>
                <a:latin typeface="Arial"/>
              </a:rPr>
              <a:t>Berechnungen </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Kampfsystem</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Skills</a:t>
            </a:r>
          </a:p>
          <a:p>
            <a:pPr marL="565200" lvl="1">
              <a:spcBef>
                <a:spcPts val="1417"/>
              </a:spcBef>
              <a:buClr>
                <a:srgbClr val="000000"/>
              </a:buClr>
              <a:buSzPct val="45000"/>
            </a:pPr>
            <a:endParaRPr lang="de-DE" sz="2400" dirty="0">
              <a:solidFill>
                <a:schemeClr val="dk1"/>
              </a:solidFill>
              <a:latin typeface="Arial"/>
            </a:endParaRPr>
          </a:p>
          <a:p>
            <a:pPr marL="889200" lvl="1" indent="-324000">
              <a:spcBef>
                <a:spcPts val="1417"/>
              </a:spcBef>
              <a:buClr>
                <a:srgbClr val="000000"/>
              </a:buClr>
              <a:buSzPct val="45000"/>
              <a:buFont typeface="Wingdings" charset="2"/>
              <a:buChar char=""/>
            </a:pPr>
            <a:endParaRPr lang="de-DE" sz="100" b="1" dirty="0">
              <a:solidFill>
                <a:schemeClr val="dk1"/>
              </a:solidFill>
              <a:latin typeface="Arial"/>
            </a:endParaRPr>
          </a:p>
        </p:txBody>
      </p:sp>
      <p:pic>
        <p:nvPicPr>
          <p:cNvPr id="2050" name="Picture 2" descr="Das erste Treffen - Pen and Paper - Förderverein der Herigoyen-Volksschule">
            <a:extLst>
              <a:ext uri="{FF2B5EF4-FFF2-40B4-BE49-F238E27FC236}">
                <a16:creationId xmlns:a16="http://schemas.microsoft.com/office/drawing/2014/main" id="{2A3BE42D-FE5B-6D42-891D-B265EC8606B7}"/>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85875" y="3735000"/>
            <a:ext cx="3076575" cy="15713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59E11-D9A3-1729-CFB8-ACE18460EDB0}"/>
            </a:ext>
          </a:extLst>
        </p:cNvPr>
        <p:cNvGrpSpPr/>
        <p:nvPr/>
      </p:nvGrpSpPr>
      <p:grpSpPr>
        <a:xfrm>
          <a:off x="0" y="0"/>
          <a:ext cx="0" cy="0"/>
          <a:chOff x="0" y="0"/>
          <a:chExt cx="0" cy="0"/>
        </a:xfrm>
      </p:grpSpPr>
      <p:sp>
        <p:nvSpPr>
          <p:cNvPr id="106" name="PlaceHolder 1">
            <a:extLst>
              <a:ext uri="{FF2B5EF4-FFF2-40B4-BE49-F238E27FC236}">
                <a16:creationId xmlns:a16="http://schemas.microsoft.com/office/drawing/2014/main" id="{772BBDEA-DF37-00BB-9C2F-C074DC727401}"/>
              </a:ext>
            </a:extLst>
          </p:cNvPr>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dirty="0">
                <a:solidFill>
                  <a:schemeClr val="dk1"/>
                </a:solidFill>
                <a:effectLst/>
                <a:uFillTx/>
                <a:latin typeface="Arial Black"/>
              </a:rPr>
              <a:t>Soll-Konzept</a:t>
            </a:r>
            <a:endParaRPr lang="de-DE" sz="4400" b="0" u="none" strike="noStrike" dirty="0">
              <a:solidFill>
                <a:schemeClr val="dk1"/>
              </a:solidFill>
              <a:effectLst/>
              <a:uFillTx/>
              <a:latin typeface="Calibri"/>
            </a:endParaRPr>
          </a:p>
        </p:txBody>
      </p:sp>
      <p:sp>
        <p:nvSpPr>
          <p:cNvPr id="4" name="PlaceHolder 3">
            <a:extLst>
              <a:ext uri="{FF2B5EF4-FFF2-40B4-BE49-F238E27FC236}">
                <a16:creationId xmlns:a16="http://schemas.microsoft.com/office/drawing/2014/main" id="{78D5A855-2E20-DAE4-A0D9-EF6FFF10D973}"/>
              </a:ext>
            </a:extLst>
          </p:cNvPr>
          <p:cNvSpPr>
            <a:spLocks noGrp="1"/>
          </p:cNvSpPr>
          <p:nvPr>
            <p:ph type="ftr" idx="11"/>
          </p:nvPr>
        </p:nvSpPr>
        <p:spPr/>
        <p:txBody>
          <a:bodyPr/>
          <a:lstStyle/>
          <a:p>
            <a:r>
              <a:t>Nelus Köchy</a:t>
            </a:r>
          </a:p>
        </p:txBody>
      </p:sp>
      <p:sp>
        <p:nvSpPr>
          <p:cNvPr id="5" name="PlaceHolder 4">
            <a:extLst>
              <a:ext uri="{FF2B5EF4-FFF2-40B4-BE49-F238E27FC236}">
                <a16:creationId xmlns:a16="http://schemas.microsoft.com/office/drawing/2014/main" id="{F8D62150-8657-CB9B-2DC0-B1BB1C104D68}"/>
              </a:ext>
            </a:extLst>
          </p:cNvPr>
          <p:cNvSpPr>
            <a:spLocks noGrp="1"/>
          </p:cNvSpPr>
          <p:nvPr>
            <p:ph type="sldNum" idx="12"/>
          </p:nvPr>
        </p:nvSpPr>
        <p:spPr/>
        <p:txBody>
          <a:bodyPr/>
          <a:lstStyle/>
          <a:p>
            <a:fld id="{BC232B8C-BA37-4E7D-B51F-D1A632B3493B}" type="slidenum">
              <a:rPr/>
              <a:t>5</a:t>
            </a:fld>
            <a:endParaRPr/>
          </a:p>
        </p:txBody>
      </p:sp>
      <p:sp>
        <p:nvSpPr>
          <p:cNvPr id="6" name="PlaceHolder 5">
            <a:extLst>
              <a:ext uri="{FF2B5EF4-FFF2-40B4-BE49-F238E27FC236}">
                <a16:creationId xmlns:a16="http://schemas.microsoft.com/office/drawing/2014/main" id="{7494E96D-E2C5-82B4-62F8-A697326A4500}"/>
              </a:ext>
            </a:extLst>
          </p:cNvPr>
          <p:cNvSpPr>
            <a:spLocks noGrp="1"/>
          </p:cNvSpPr>
          <p:nvPr>
            <p:ph type="dt" idx="10"/>
          </p:nvPr>
        </p:nvSpPr>
        <p:spPr/>
        <p:txBody>
          <a:bodyPr/>
          <a:lstStyle/>
          <a:p>
            <a:fld id="{69888921-A206-450C-99E8-21741E33B22F}" type="datetime1">
              <a:rPr lang="de-DE"/>
              <a:t>19.04.2026</a:t>
            </a:fld>
            <a:endParaRPr lang="de-DE"/>
          </a:p>
        </p:txBody>
      </p:sp>
      <p:graphicFrame>
        <p:nvGraphicFramePr>
          <p:cNvPr id="8" name="Diagram3">
            <a:extLst>
              <a:ext uri="{FF2B5EF4-FFF2-40B4-BE49-F238E27FC236}">
                <a16:creationId xmlns:a16="http://schemas.microsoft.com/office/drawing/2014/main" id="{DDF18E98-294F-0990-EB53-FC6609836D58}"/>
              </a:ext>
            </a:extLst>
          </p:cNvPr>
          <p:cNvGraphicFramePr/>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PlaceHolder 2">
            <a:extLst>
              <a:ext uri="{FF2B5EF4-FFF2-40B4-BE49-F238E27FC236}">
                <a16:creationId xmlns:a16="http://schemas.microsoft.com/office/drawing/2014/main" id="{DD1CCF97-8873-BEB1-3B47-4FE13DCB487F}"/>
              </a:ext>
            </a:extLst>
          </p:cNvPr>
          <p:cNvSpPr txBox="1">
            <a:spLocks/>
          </p:cNvSpPr>
          <p:nvPr/>
        </p:nvSpPr>
        <p:spPr>
          <a:xfrm>
            <a:off x="838080" y="1825560"/>
            <a:ext cx="6361920" cy="3818880"/>
          </a:xfrm>
          <a:prstGeom prst="rect">
            <a:avLst/>
          </a:prstGeom>
          <a:noFill/>
          <a:ln w="0">
            <a:noFill/>
          </a:ln>
        </p:spPr>
        <p:txBody>
          <a:bodyPr lIns="91440" tIns="45720" rIns="91440" bIns="4572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08000">
              <a:spcBef>
                <a:spcPts val="1417"/>
              </a:spcBef>
              <a:buClr>
                <a:srgbClr val="000000"/>
              </a:buClr>
              <a:buSzPct val="45000"/>
            </a:pPr>
            <a:r>
              <a:rPr lang="de-DE" sz="2600" b="1" dirty="0">
                <a:solidFill>
                  <a:schemeClr val="dk1"/>
                </a:solidFill>
                <a:latin typeface="Arial"/>
              </a:rPr>
              <a:t>Benutzeroberfläche </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Stimmiges Design</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Übersichtliche Menüführung</a:t>
            </a:r>
          </a:p>
          <a:p>
            <a:pPr marL="889200" lvl="1" indent="-324000">
              <a:spcBef>
                <a:spcPts val="1417"/>
              </a:spcBef>
              <a:buClr>
                <a:srgbClr val="000000"/>
              </a:buClr>
              <a:buSzPct val="45000"/>
              <a:buFont typeface="Wingdings" charset="2"/>
              <a:buChar char=""/>
            </a:pPr>
            <a:r>
              <a:rPr lang="de-DE" sz="2400" dirty="0">
                <a:solidFill>
                  <a:schemeClr val="dk1"/>
                </a:solidFill>
                <a:latin typeface="Arial"/>
              </a:rPr>
              <a:t>Barrierefrei</a:t>
            </a:r>
          </a:p>
          <a:p>
            <a:pPr marL="889200" lvl="1" indent="-324000">
              <a:spcBef>
                <a:spcPts val="1417"/>
              </a:spcBef>
              <a:buClr>
                <a:srgbClr val="000000"/>
              </a:buClr>
              <a:buSzPct val="45000"/>
              <a:buFont typeface="Wingdings" charset="2"/>
              <a:buChar char=""/>
            </a:pPr>
            <a:endParaRPr lang="de-DE" sz="2400" dirty="0">
              <a:solidFill>
                <a:schemeClr val="dk1"/>
              </a:solidFill>
              <a:latin typeface="Arial"/>
            </a:endParaRPr>
          </a:p>
          <a:p>
            <a:pPr marL="889200" lvl="1" indent="-324000">
              <a:spcBef>
                <a:spcPts val="1417"/>
              </a:spcBef>
              <a:buClr>
                <a:srgbClr val="000000"/>
              </a:buClr>
              <a:buSzPct val="45000"/>
              <a:buFont typeface="Wingdings" charset="2"/>
              <a:buChar char=""/>
            </a:pPr>
            <a:endParaRPr lang="de-DE" sz="2400" dirty="0">
              <a:solidFill>
                <a:schemeClr val="dk1"/>
              </a:solidFill>
              <a:latin typeface="Arial"/>
            </a:endParaRPr>
          </a:p>
          <a:p>
            <a:pPr marL="565200" lvl="1">
              <a:spcBef>
                <a:spcPts val="1417"/>
              </a:spcBef>
              <a:buClr>
                <a:srgbClr val="000000"/>
              </a:buClr>
              <a:buSzPct val="45000"/>
            </a:pPr>
            <a:endParaRPr lang="de-DE" sz="2400" dirty="0">
              <a:solidFill>
                <a:schemeClr val="dk1"/>
              </a:solidFill>
              <a:latin typeface="Arial"/>
            </a:endParaRPr>
          </a:p>
          <a:p>
            <a:pPr marL="889200" lvl="1" indent="-324000">
              <a:spcBef>
                <a:spcPts val="1417"/>
              </a:spcBef>
              <a:buClr>
                <a:srgbClr val="000000"/>
              </a:buClr>
              <a:buSzPct val="45000"/>
              <a:buFont typeface="Wingdings" charset="2"/>
              <a:buChar char=""/>
            </a:pPr>
            <a:endParaRPr lang="de-DE" sz="100" b="1" dirty="0">
              <a:solidFill>
                <a:schemeClr val="dk1"/>
              </a:solidFill>
              <a:latin typeface="Arial"/>
            </a:endParaRPr>
          </a:p>
        </p:txBody>
      </p:sp>
      <p:pic>
        <p:nvPicPr>
          <p:cNvPr id="1028" name="Picture 4" descr="Barrierefreiheit - Definition &amp; Bedeutung">
            <a:extLst>
              <a:ext uri="{FF2B5EF4-FFF2-40B4-BE49-F238E27FC236}">
                <a16:creationId xmlns:a16="http://schemas.microsoft.com/office/drawing/2014/main" id="{9F6DDAED-7E10-414E-A0C9-90B6FA3FB9B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80920" y="3387015"/>
            <a:ext cx="2257425" cy="2257425"/>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a:extLst>
              <a:ext uri="{FF2B5EF4-FFF2-40B4-BE49-F238E27FC236}">
                <a16:creationId xmlns:a16="http://schemas.microsoft.com/office/drawing/2014/main" id="{7B3D1B7E-0790-2F25-14D5-B6944FE34ACD}"/>
              </a:ext>
            </a:extLst>
          </p:cNvPr>
          <p:cNvPicPr>
            <a:picLocks noChangeAspect="1"/>
          </p:cNvPicPr>
          <p:nvPr/>
        </p:nvPicPr>
        <p:blipFill>
          <a:blip r:embed="rId8"/>
          <a:stretch>
            <a:fillRect/>
          </a:stretch>
        </p:blipFill>
        <p:spPr>
          <a:xfrm>
            <a:off x="6261151" y="971550"/>
            <a:ext cx="4593614" cy="4774770"/>
          </a:xfrm>
          <a:prstGeom prst="rect">
            <a:avLst/>
          </a:prstGeom>
          <a:ln>
            <a:noFill/>
          </a:ln>
          <a:effectLst>
            <a:softEdge rad="112500"/>
          </a:effectLst>
        </p:spPr>
      </p:pic>
    </p:spTree>
    <p:extLst>
      <p:ext uri="{BB962C8B-B14F-4D97-AF65-F5344CB8AC3E}">
        <p14:creationId xmlns:p14="http://schemas.microsoft.com/office/powerpoint/2010/main" val="2148056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BA97F-9DFD-691E-8AB3-124FF0871ACE}"/>
            </a:ext>
          </a:extLst>
        </p:cNvPr>
        <p:cNvGrpSpPr/>
        <p:nvPr/>
      </p:nvGrpSpPr>
      <p:grpSpPr>
        <a:xfrm>
          <a:off x="0" y="0"/>
          <a:ext cx="0" cy="0"/>
          <a:chOff x="0" y="0"/>
          <a:chExt cx="0" cy="0"/>
        </a:xfrm>
      </p:grpSpPr>
      <p:sp>
        <p:nvSpPr>
          <p:cNvPr id="106" name="PlaceHolder 1">
            <a:extLst>
              <a:ext uri="{FF2B5EF4-FFF2-40B4-BE49-F238E27FC236}">
                <a16:creationId xmlns:a16="http://schemas.microsoft.com/office/drawing/2014/main" id="{25AE0F30-D96C-BC7B-7675-DAE6CC74CF3F}"/>
              </a:ext>
            </a:extLst>
          </p:cNvPr>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dirty="0">
                <a:solidFill>
                  <a:schemeClr val="dk1"/>
                </a:solidFill>
                <a:effectLst/>
                <a:uFillTx/>
                <a:latin typeface="Arial Black"/>
              </a:rPr>
              <a:t>Soll-Konzept</a:t>
            </a:r>
            <a:endParaRPr lang="de-DE" sz="4400" b="0" u="none" strike="noStrike" dirty="0">
              <a:solidFill>
                <a:schemeClr val="dk1"/>
              </a:solidFill>
              <a:effectLst/>
              <a:uFillTx/>
              <a:latin typeface="Calibri"/>
            </a:endParaRPr>
          </a:p>
        </p:txBody>
      </p:sp>
      <p:sp>
        <p:nvSpPr>
          <p:cNvPr id="4" name="PlaceHolder 3">
            <a:extLst>
              <a:ext uri="{FF2B5EF4-FFF2-40B4-BE49-F238E27FC236}">
                <a16:creationId xmlns:a16="http://schemas.microsoft.com/office/drawing/2014/main" id="{19028B73-F3B6-51AE-BC08-6003387ED046}"/>
              </a:ext>
            </a:extLst>
          </p:cNvPr>
          <p:cNvSpPr>
            <a:spLocks noGrp="1"/>
          </p:cNvSpPr>
          <p:nvPr>
            <p:ph type="ftr" idx="11"/>
          </p:nvPr>
        </p:nvSpPr>
        <p:spPr/>
        <p:txBody>
          <a:bodyPr/>
          <a:lstStyle/>
          <a:p>
            <a:r>
              <a:t>Nelus Köchy</a:t>
            </a:r>
          </a:p>
        </p:txBody>
      </p:sp>
      <p:sp>
        <p:nvSpPr>
          <p:cNvPr id="5" name="PlaceHolder 4">
            <a:extLst>
              <a:ext uri="{FF2B5EF4-FFF2-40B4-BE49-F238E27FC236}">
                <a16:creationId xmlns:a16="http://schemas.microsoft.com/office/drawing/2014/main" id="{79F322DD-A731-FBC4-7F89-D1F9EA9EF938}"/>
              </a:ext>
            </a:extLst>
          </p:cNvPr>
          <p:cNvSpPr>
            <a:spLocks noGrp="1"/>
          </p:cNvSpPr>
          <p:nvPr>
            <p:ph type="sldNum" idx="12"/>
          </p:nvPr>
        </p:nvSpPr>
        <p:spPr/>
        <p:txBody>
          <a:bodyPr/>
          <a:lstStyle/>
          <a:p>
            <a:fld id="{BC232B8C-BA37-4E7D-B51F-D1A632B3493B}" type="slidenum">
              <a:rPr/>
              <a:t>6</a:t>
            </a:fld>
            <a:endParaRPr/>
          </a:p>
        </p:txBody>
      </p:sp>
      <p:sp>
        <p:nvSpPr>
          <p:cNvPr id="6" name="PlaceHolder 5">
            <a:extLst>
              <a:ext uri="{FF2B5EF4-FFF2-40B4-BE49-F238E27FC236}">
                <a16:creationId xmlns:a16="http://schemas.microsoft.com/office/drawing/2014/main" id="{481749DF-F439-B231-9295-6AFE137F8257}"/>
              </a:ext>
            </a:extLst>
          </p:cNvPr>
          <p:cNvSpPr>
            <a:spLocks noGrp="1"/>
          </p:cNvSpPr>
          <p:nvPr>
            <p:ph type="dt" idx="10"/>
          </p:nvPr>
        </p:nvSpPr>
        <p:spPr/>
        <p:txBody>
          <a:bodyPr/>
          <a:lstStyle/>
          <a:p>
            <a:fld id="{69888921-A206-450C-99E8-21741E33B22F}" type="datetime1">
              <a:rPr lang="de-DE"/>
              <a:t>19.04.2026</a:t>
            </a:fld>
            <a:endParaRPr lang="de-DE"/>
          </a:p>
        </p:txBody>
      </p:sp>
      <p:graphicFrame>
        <p:nvGraphicFramePr>
          <p:cNvPr id="8" name="Diagram3">
            <a:extLst>
              <a:ext uri="{FF2B5EF4-FFF2-40B4-BE49-F238E27FC236}">
                <a16:creationId xmlns:a16="http://schemas.microsoft.com/office/drawing/2014/main" id="{8484733D-D68C-4F7B-80C7-F0855CFAF89C}"/>
              </a:ext>
            </a:extLst>
          </p:cNvPr>
          <p:cNvGraphicFramePr/>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PlaceHolder 2">
            <a:extLst>
              <a:ext uri="{FF2B5EF4-FFF2-40B4-BE49-F238E27FC236}">
                <a16:creationId xmlns:a16="http://schemas.microsoft.com/office/drawing/2014/main" id="{4C5B0934-6326-4E91-D976-4659278CF762}"/>
              </a:ext>
            </a:extLst>
          </p:cNvPr>
          <p:cNvSpPr txBox="1">
            <a:spLocks/>
          </p:cNvSpPr>
          <p:nvPr/>
        </p:nvSpPr>
        <p:spPr>
          <a:xfrm>
            <a:off x="838080" y="1825560"/>
            <a:ext cx="6361920" cy="3818880"/>
          </a:xfrm>
          <a:prstGeom prst="rect">
            <a:avLst/>
          </a:prstGeom>
          <a:noFill/>
          <a:ln w="0">
            <a:noFill/>
          </a:ln>
        </p:spPr>
        <p:txBody>
          <a:bodyPr lIns="91440" tIns="45720" rIns="91440" bIns="4572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08000">
              <a:spcBef>
                <a:spcPts val="1417"/>
              </a:spcBef>
              <a:buClr>
                <a:srgbClr val="000000"/>
              </a:buClr>
              <a:buSzPct val="45000"/>
            </a:pPr>
            <a:r>
              <a:rPr lang="de-DE" sz="2600" b="1" dirty="0">
                <a:solidFill>
                  <a:schemeClr val="dk1"/>
                </a:solidFill>
                <a:latin typeface="Arial"/>
              </a:rPr>
              <a:t>Systemstruktur </a:t>
            </a:r>
          </a:p>
          <a:p>
            <a:pPr marL="565200" lvl="1">
              <a:spcBef>
                <a:spcPts val="1417"/>
              </a:spcBef>
              <a:buClr>
                <a:srgbClr val="000000"/>
              </a:buClr>
              <a:buSzPct val="45000"/>
            </a:pPr>
            <a:r>
              <a:rPr lang="de-DE" sz="2400" b="1" dirty="0">
                <a:solidFill>
                  <a:schemeClr val="dk1"/>
                </a:solidFill>
                <a:latin typeface="Arial"/>
              </a:rPr>
              <a:t>Frontend</a:t>
            </a:r>
            <a:r>
              <a:rPr lang="de-DE" sz="2400" dirty="0">
                <a:solidFill>
                  <a:schemeClr val="dk1"/>
                </a:solidFill>
                <a:latin typeface="Arial"/>
              </a:rPr>
              <a:t> </a:t>
            </a:r>
          </a:p>
          <a:p>
            <a:pPr marL="1346400" lvl="2" indent="-324000">
              <a:spcBef>
                <a:spcPts val="1417"/>
              </a:spcBef>
              <a:buClr>
                <a:srgbClr val="000000"/>
              </a:buClr>
              <a:buSzPct val="45000"/>
              <a:buFont typeface="Wingdings" charset="2"/>
              <a:buChar char=""/>
            </a:pPr>
            <a:r>
              <a:rPr lang="de-DE" sz="2400" dirty="0">
                <a:solidFill>
                  <a:schemeClr val="dk1"/>
                </a:solidFill>
                <a:latin typeface="Arial"/>
              </a:rPr>
              <a:t>HTML</a:t>
            </a:r>
          </a:p>
          <a:p>
            <a:pPr marL="1346400" lvl="2" indent="-324000">
              <a:spcBef>
                <a:spcPts val="1417"/>
              </a:spcBef>
              <a:buClr>
                <a:srgbClr val="000000"/>
              </a:buClr>
              <a:buSzPct val="45000"/>
              <a:buFont typeface="Wingdings" charset="2"/>
              <a:buChar char=""/>
            </a:pPr>
            <a:r>
              <a:rPr lang="de-DE" sz="2400" dirty="0">
                <a:solidFill>
                  <a:schemeClr val="dk1"/>
                </a:solidFill>
                <a:latin typeface="Arial"/>
              </a:rPr>
              <a:t>CSS  </a:t>
            </a:r>
          </a:p>
          <a:p>
            <a:pPr marL="565200" lvl="1">
              <a:spcBef>
                <a:spcPts val="1417"/>
              </a:spcBef>
              <a:buClr>
                <a:srgbClr val="000000"/>
              </a:buClr>
              <a:buSzPct val="45000"/>
            </a:pPr>
            <a:r>
              <a:rPr lang="de-DE" sz="2400" b="1" dirty="0">
                <a:solidFill>
                  <a:schemeClr val="dk1"/>
                </a:solidFill>
                <a:latin typeface="Arial"/>
              </a:rPr>
              <a:t>Backend</a:t>
            </a:r>
          </a:p>
          <a:p>
            <a:pPr marL="1346400" lvl="2" indent="-324000">
              <a:spcBef>
                <a:spcPts val="1417"/>
              </a:spcBef>
              <a:buClr>
                <a:srgbClr val="000000"/>
              </a:buClr>
              <a:buSzPct val="45000"/>
              <a:buFont typeface="Wingdings" charset="2"/>
              <a:buChar char=""/>
            </a:pPr>
            <a:r>
              <a:rPr lang="de-DE" sz="2400" dirty="0">
                <a:solidFill>
                  <a:schemeClr val="dk1"/>
                </a:solidFill>
                <a:latin typeface="Arial"/>
              </a:rPr>
              <a:t> C#  </a:t>
            </a:r>
          </a:p>
          <a:p>
            <a:pPr marL="889200" lvl="1" indent="-324000">
              <a:spcBef>
                <a:spcPts val="1417"/>
              </a:spcBef>
              <a:buClr>
                <a:srgbClr val="000000"/>
              </a:buClr>
              <a:buSzPct val="45000"/>
              <a:buFont typeface="Wingdings" charset="2"/>
              <a:buChar char=""/>
            </a:pPr>
            <a:endParaRPr lang="de-DE" sz="2400" dirty="0">
              <a:solidFill>
                <a:schemeClr val="dk1"/>
              </a:solidFill>
              <a:latin typeface="Arial"/>
            </a:endParaRPr>
          </a:p>
          <a:p>
            <a:pPr marL="889200" lvl="1" indent="-324000">
              <a:spcBef>
                <a:spcPts val="1417"/>
              </a:spcBef>
              <a:buClr>
                <a:srgbClr val="000000"/>
              </a:buClr>
              <a:buSzPct val="45000"/>
              <a:buFont typeface="Wingdings" charset="2"/>
              <a:buChar char=""/>
            </a:pPr>
            <a:endParaRPr lang="de-DE" sz="2400" dirty="0">
              <a:solidFill>
                <a:schemeClr val="dk1"/>
              </a:solidFill>
              <a:latin typeface="Arial"/>
            </a:endParaRPr>
          </a:p>
          <a:p>
            <a:pPr marL="565200" lvl="1">
              <a:spcBef>
                <a:spcPts val="1417"/>
              </a:spcBef>
              <a:buClr>
                <a:srgbClr val="000000"/>
              </a:buClr>
              <a:buSzPct val="45000"/>
            </a:pPr>
            <a:endParaRPr lang="de-DE" sz="2400" dirty="0">
              <a:solidFill>
                <a:schemeClr val="dk1"/>
              </a:solidFill>
              <a:latin typeface="Arial"/>
            </a:endParaRPr>
          </a:p>
          <a:p>
            <a:pPr marL="889200" lvl="1" indent="-324000">
              <a:spcBef>
                <a:spcPts val="1417"/>
              </a:spcBef>
              <a:buClr>
                <a:srgbClr val="000000"/>
              </a:buClr>
              <a:buSzPct val="45000"/>
              <a:buFont typeface="Wingdings" charset="2"/>
              <a:buChar char=""/>
            </a:pPr>
            <a:endParaRPr lang="de-DE" sz="100" b="1" dirty="0">
              <a:solidFill>
                <a:schemeClr val="dk1"/>
              </a:solidFill>
              <a:latin typeface="Arial"/>
            </a:endParaRPr>
          </a:p>
        </p:txBody>
      </p:sp>
      <p:pic>
        <p:nvPicPr>
          <p:cNvPr id="3074" name="Picture 2" descr="C-Sharp – Wikipedia">
            <a:extLst>
              <a:ext uri="{FF2B5EF4-FFF2-40B4-BE49-F238E27FC236}">
                <a16:creationId xmlns:a16="http://schemas.microsoft.com/office/drawing/2014/main" id="{C9F3B217-172C-7A05-D38A-C0EB6F2349B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04018" y="3283556"/>
            <a:ext cx="2411824" cy="241182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an HTML, CSS and JavaScript create a website? | UltimateWB Blog | Web  Design Tips, News &amp; Insights">
            <a:extLst>
              <a:ext uri="{FF2B5EF4-FFF2-40B4-BE49-F238E27FC236}">
                <a16:creationId xmlns:a16="http://schemas.microsoft.com/office/drawing/2014/main" id="{9DECA6AF-612D-25FB-4796-AEFD02EBCFF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42710" y="834059"/>
            <a:ext cx="4534440" cy="2515197"/>
          </a:xfrm>
          <a:prstGeom prst="rect">
            <a:avLst/>
          </a:prstGeom>
          <a:noFill/>
          <a:extLst>
            <a:ext uri="{909E8E84-426E-40DD-AFC4-6F175D3DCCD1}">
              <a14:hiddenFill xmlns:a14="http://schemas.microsoft.com/office/drawing/2010/main">
                <a:solidFill>
                  <a:srgbClr val="FFFFFF"/>
                </a:solidFill>
              </a14:hiddenFill>
            </a:ext>
          </a:extLst>
        </p:spPr>
      </p:pic>
      <p:sp>
        <p:nvSpPr>
          <p:cNvPr id="3" name="Rechteck 2">
            <a:extLst>
              <a:ext uri="{FF2B5EF4-FFF2-40B4-BE49-F238E27FC236}">
                <a16:creationId xmlns:a16="http://schemas.microsoft.com/office/drawing/2014/main" id="{A64C1872-8A8D-FE8C-A0C9-A43FDCA6A865}"/>
              </a:ext>
            </a:extLst>
          </p:cNvPr>
          <p:cNvSpPr/>
          <p:nvPr/>
        </p:nvSpPr>
        <p:spPr>
          <a:xfrm>
            <a:off x="7077075" y="552450"/>
            <a:ext cx="1533405" cy="22669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68608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838080" y="365040"/>
            <a:ext cx="726192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Aktueller Projektstand</a:t>
            </a:r>
            <a:endParaRPr lang="de-DE" sz="4400" b="0" u="none" strike="noStrike">
              <a:solidFill>
                <a:schemeClr val="dk1"/>
              </a:solidFill>
              <a:effectLst/>
              <a:uFillTx/>
              <a:latin typeface="Calibri"/>
            </a:endParaRPr>
          </a:p>
        </p:txBody>
      </p:sp>
      <p:sp>
        <p:nvSpPr>
          <p:cNvPr id="79" name="PlaceHolder 2"/>
          <p:cNvSpPr>
            <a:spLocks noGrp="1"/>
          </p:cNvSpPr>
          <p:nvPr>
            <p:ph/>
          </p:nvPr>
        </p:nvSpPr>
        <p:spPr>
          <a:xfrm>
            <a:off x="838080" y="1825560"/>
            <a:ext cx="10515240" cy="3818880"/>
          </a:xfrm>
          <a:prstGeom prst="rect">
            <a:avLst/>
          </a:prstGeom>
          <a:noFill/>
          <a:ln w="0">
            <a:noFill/>
          </a:ln>
        </p:spPr>
        <p:txBody>
          <a:bodyPr lIns="91440" tIns="45720" rIns="91440" bIns="45720" anchor="t">
            <a:noAutofit/>
          </a:bodyPr>
          <a:lstStyle/>
          <a:p>
            <a:pPr marL="432000" indent="-324000">
              <a:lnSpc>
                <a:spcPct val="90000"/>
              </a:lnSpc>
              <a:spcBef>
                <a:spcPts val="1417"/>
              </a:spcBef>
              <a:buClr>
                <a:srgbClr val="000000"/>
              </a:buClr>
              <a:buSzPct val="45000"/>
              <a:buFont typeface="Wingdings" charset="2"/>
              <a:buChar char=""/>
            </a:pPr>
            <a:r>
              <a:rPr lang="de-DE" sz="2600" b="0" u="none" strike="noStrike">
                <a:solidFill>
                  <a:schemeClr val="dk1"/>
                </a:solidFill>
                <a:effectLst/>
                <a:uFillTx/>
                <a:latin typeface="Arial"/>
              </a:rPr>
              <a:t>Was bereits umgesetzt wurde:</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Grundstruktur der Anwendung mit .net Razor Pages</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Erste Datenbankanbindung</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Website-Prototyp</a:t>
            </a:r>
          </a:p>
        </p:txBody>
      </p:sp>
      <p:pic>
        <p:nvPicPr>
          <p:cNvPr id="81" name="Grafik 80"/>
          <p:cNvPicPr/>
          <p:nvPr/>
        </p:nvPicPr>
        <p:blipFill>
          <a:blip r:embed="rId2"/>
          <a:stretch/>
        </p:blipFill>
        <p:spPr>
          <a:xfrm>
            <a:off x="8460000" y="2340000"/>
            <a:ext cx="3063240" cy="3063240"/>
          </a:xfrm>
          <a:prstGeom prst="rect">
            <a:avLst/>
          </a:prstGeom>
          <a:noFill/>
          <a:ln w="0">
            <a:noFill/>
          </a:ln>
        </p:spPr>
      </p:pic>
      <p:sp>
        <p:nvSpPr>
          <p:cNvPr id="4" name="PlaceHolder 3"/>
          <p:cNvSpPr>
            <a:spLocks noGrp="1"/>
          </p:cNvSpPr>
          <p:nvPr>
            <p:ph type="ftr" idx="11"/>
          </p:nvPr>
        </p:nvSpPr>
        <p:spPr/>
        <p:txBody>
          <a:bodyPr/>
          <a:lstStyle/>
          <a:p>
            <a:r>
              <a:t>Elias Schmidt &amp; Beat Höllwarth </a:t>
            </a:r>
          </a:p>
        </p:txBody>
      </p:sp>
      <p:sp>
        <p:nvSpPr>
          <p:cNvPr id="5" name="PlaceHolder 4"/>
          <p:cNvSpPr>
            <a:spLocks noGrp="1"/>
          </p:cNvSpPr>
          <p:nvPr>
            <p:ph type="sldNum" idx="12"/>
          </p:nvPr>
        </p:nvSpPr>
        <p:spPr/>
        <p:txBody>
          <a:bodyPr/>
          <a:lstStyle/>
          <a:p>
            <a:fld id="{D1BA2B44-2C19-4603-84CB-44CF3B7D8A46}" type="slidenum">
              <a:rPr/>
              <a:t>7</a:t>
            </a:fld>
            <a:endParaRPr/>
          </a:p>
        </p:txBody>
      </p:sp>
      <p:sp>
        <p:nvSpPr>
          <p:cNvPr id="6" name="PlaceHolder 5"/>
          <p:cNvSpPr>
            <a:spLocks noGrp="1"/>
          </p:cNvSpPr>
          <p:nvPr>
            <p:ph type="dt" idx="10"/>
          </p:nvPr>
        </p:nvSpPr>
        <p:spPr/>
        <p:txBody>
          <a:bodyPr/>
          <a:lstStyle/>
          <a:p>
            <a:fld id="{D43950CC-530E-4002-9848-7AA821BB0632}" type="datetime1">
              <a:rPr lang="de-DE"/>
              <a:t>19.04.2026</a:t>
            </a:fld>
            <a:endParaRPr lang="de-DE"/>
          </a:p>
        </p:txBody>
      </p:sp>
      <p:graphicFrame>
        <p:nvGraphicFramePr>
          <p:cNvPr id="3" name="Diagram3">
            <a:extLst>
              <a:ext uri="{FF2B5EF4-FFF2-40B4-BE49-F238E27FC236}">
                <a16:creationId xmlns:a16="http://schemas.microsoft.com/office/drawing/2014/main" id="{DF3F82FB-0064-A976-3A42-923F6B2DDF75}"/>
              </a:ext>
            </a:extLst>
          </p:cNvPr>
          <p:cNvGraphicFramePr/>
          <p:nvPr>
            <p:extLst>
              <p:ext uri="{D42A27DB-BD31-4B8C-83A1-F6EECF244321}">
                <p14:modId xmlns:p14="http://schemas.microsoft.com/office/powerpoint/2010/main" val="1324514343"/>
              </p:ext>
            </p:extLst>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838080" y="365040"/>
            <a:ext cx="726192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Aktueller Projektstand</a:t>
            </a:r>
            <a:endParaRPr lang="de-DE" sz="4400" b="0" u="none" strike="noStrike">
              <a:solidFill>
                <a:schemeClr val="dk1"/>
              </a:solidFill>
              <a:effectLst/>
              <a:uFillTx/>
              <a:latin typeface="Calibri"/>
            </a:endParaRPr>
          </a:p>
        </p:txBody>
      </p:sp>
      <p:sp>
        <p:nvSpPr>
          <p:cNvPr id="83" name="PlaceHolder 2"/>
          <p:cNvSpPr>
            <a:spLocks noGrp="1"/>
          </p:cNvSpPr>
          <p:nvPr>
            <p:ph/>
          </p:nvPr>
        </p:nvSpPr>
        <p:spPr>
          <a:xfrm>
            <a:off x="838080" y="1825560"/>
            <a:ext cx="10515240" cy="3818880"/>
          </a:xfrm>
          <a:prstGeom prst="rect">
            <a:avLst/>
          </a:prstGeom>
          <a:noFill/>
          <a:ln w="0">
            <a:noFill/>
          </a:ln>
        </p:spPr>
        <p:txBody>
          <a:bodyPr lIns="91440" tIns="45720" rIns="91440" bIns="45720" anchor="t">
            <a:noAutofit/>
          </a:bodyPr>
          <a:lstStyle/>
          <a:p>
            <a:pPr marL="432000" indent="-324000">
              <a:lnSpc>
                <a:spcPct val="90000"/>
              </a:lnSpc>
              <a:spcBef>
                <a:spcPts val="1417"/>
              </a:spcBef>
              <a:buClr>
                <a:srgbClr val="000000"/>
              </a:buClr>
              <a:buSzPct val="45000"/>
              <a:buFont typeface="Wingdings" charset="2"/>
              <a:buChar char=""/>
            </a:pPr>
            <a:r>
              <a:rPr lang="de-DE" sz="2800" b="0" u="none" strike="noStrike">
                <a:solidFill>
                  <a:schemeClr val="dk1"/>
                </a:solidFill>
                <a:effectLst/>
                <a:uFillTx/>
                <a:latin typeface="Arial"/>
              </a:rPr>
              <a:t>Herausforderungen: </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Zeitmanagement bei komplexeren Aufgaben</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Erstellung eines guten Datenbankmodells</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Bessere Kommunikation</a:t>
            </a:r>
          </a:p>
          <a:p>
            <a:pPr marL="432000" indent="-324000">
              <a:lnSpc>
                <a:spcPct val="90000"/>
              </a:lnSpc>
              <a:spcBef>
                <a:spcPts val="1417"/>
              </a:spcBef>
              <a:buClr>
                <a:srgbClr val="000000"/>
              </a:buClr>
              <a:buSzPct val="45000"/>
              <a:buFont typeface="Wingdings" charset="2"/>
              <a:buChar char=""/>
            </a:pPr>
            <a:r>
              <a:rPr lang="de-DE" sz="2800" b="0" u="none" strike="noStrike">
                <a:solidFill>
                  <a:schemeClr val="dk1"/>
                </a:solidFill>
                <a:effectLst/>
                <a:uFillTx/>
                <a:latin typeface="Arial"/>
              </a:rPr>
              <a:t>Was lief gut:</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Schnelle Einarbeitung in neue Technologien</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Erstellung der Grundstruktur</a:t>
            </a: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Arial"/>
              </a:rPr>
              <a:t>Kommunikation</a:t>
            </a:r>
          </a:p>
        </p:txBody>
      </p:sp>
      <p:pic>
        <p:nvPicPr>
          <p:cNvPr id="91" name="Grafik 90"/>
          <p:cNvPicPr/>
          <p:nvPr/>
        </p:nvPicPr>
        <p:blipFill>
          <a:blip r:embed="rId2"/>
          <a:srcRect r="-286" b="37531"/>
          <a:stretch/>
        </p:blipFill>
        <p:spPr>
          <a:xfrm>
            <a:off x="936000" y="1872360"/>
            <a:ext cx="367200" cy="323640"/>
          </a:xfrm>
          <a:prstGeom prst="rect">
            <a:avLst/>
          </a:prstGeom>
          <a:noFill/>
          <a:ln w="0">
            <a:noFill/>
          </a:ln>
        </p:spPr>
      </p:pic>
      <p:pic>
        <p:nvPicPr>
          <p:cNvPr id="92" name="Grafik 91"/>
          <p:cNvPicPr/>
          <p:nvPr/>
        </p:nvPicPr>
        <p:blipFill>
          <a:blip r:embed="rId3"/>
          <a:stretch/>
        </p:blipFill>
        <p:spPr>
          <a:xfrm>
            <a:off x="864000" y="3669120"/>
            <a:ext cx="414360" cy="398880"/>
          </a:xfrm>
          <a:prstGeom prst="rect">
            <a:avLst/>
          </a:prstGeom>
          <a:noFill/>
          <a:ln w="0">
            <a:noFill/>
          </a:ln>
        </p:spPr>
      </p:pic>
      <p:pic>
        <p:nvPicPr>
          <p:cNvPr id="93" name="Grafik 92"/>
          <p:cNvPicPr/>
          <p:nvPr/>
        </p:nvPicPr>
        <p:blipFill>
          <a:blip r:embed="rId4"/>
          <a:stretch/>
        </p:blipFill>
        <p:spPr>
          <a:xfrm>
            <a:off x="7281720" y="1937160"/>
            <a:ext cx="3878280" cy="2742840"/>
          </a:xfrm>
          <a:prstGeom prst="rect">
            <a:avLst/>
          </a:prstGeom>
          <a:noFill/>
          <a:ln w="0">
            <a:noFill/>
          </a:ln>
        </p:spPr>
      </p:pic>
      <p:sp>
        <p:nvSpPr>
          <p:cNvPr id="4" name="PlaceHolder 3"/>
          <p:cNvSpPr>
            <a:spLocks noGrp="1"/>
          </p:cNvSpPr>
          <p:nvPr>
            <p:ph type="ftr" idx="11"/>
          </p:nvPr>
        </p:nvSpPr>
        <p:spPr/>
        <p:txBody>
          <a:bodyPr/>
          <a:lstStyle/>
          <a:p>
            <a:r>
              <a:t>Elias Schmidt &amp; Beat Höllwarth </a:t>
            </a:r>
          </a:p>
        </p:txBody>
      </p:sp>
      <p:sp>
        <p:nvSpPr>
          <p:cNvPr id="5" name="PlaceHolder 4"/>
          <p:cNvSpPr>
            <a:spLocks noGrp="1"/>
          </p:cNvSpPr>
          <p:nvPr>
            <p:ph type="sldNum" idx="12"/>
          </p:nvPr>
        </p:nvSpPr>
        <p:spPr/>
        <p:txBody>
          <a:bodyPr/>
          <a:lstStyle/>
          <a:p>
            <a:fld id="{16BA72D3-D6C8-4EC1-B3D9-69878582FAD8}" type="slidenum">
              <a:rPr/>
              <a:t>8</a:t>
            </a:fld>
            <a:endParaRPr/>
          </a:p>
        </p:txBody>
      </p:sp>
      <p:sp>
        <p:nvSpPr>
          <p:cNvPr id="6" name="PlaceHolder 5"/>
          <p:cNvSpPr>
            <a:spLocks noGrp="1"/>
          </p:cNvSpPr>
          <p:nvPr>
            <p:ph type="dt" idx="10"/>
          </p:nvPr>
        </p:nvSpPr>
        <p:spPr/>
        <p:txBody>
          <a:bodyPr/>
          <a:lstStyle/>
          <a:p>
            <a:fld id="{6E34D445-157B-4C5A-B5F5-964F18D4352A}" type="datetime1">
              <a:rPr lang="de-DE"/>
              <a:t>19.04.2026</a:t>
            </a:fld>
            <a:endParaRPr lang="de-DE"/>
          </a:p>
        </p:txBody>
      </p:sp>
      <p:graphicFrame>
        <p:nvGraphicFramePr>
          <p:cNvPr id="2" name="Diagram3">
            <a:extLst>
              <a:ext uri="{FF2B5EF4-FFF2-40B4-BE49-F238E27FC236}">
                <a16:creationId xmlns:a16="http://schemas.microsoft.com/office/drawing/2014/main" id="{98EF9D58-0395-53BE-DB7E-74F773D77600}"/>
              </a:ext>
            </a:extLst>
          </p:cNvPr>
          <p:cNvGraphicFramePr/>
          <p:nvPr>
            <p:extLst>
              <p:ext uri="{D42A27DB-BD31-4B8C-83A1-F6EECF244321}">
                <p14:modId xmlns:p14="http://schemas.microsoft.com/office/powerpoint/2010/main" val="3873662406"/>
              </p:ext>
            </p:extLst>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365040"/>
            <a:ext cx="726192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Aktueller Projektstand</a:t>
            </a:r>
            <a:endParaRPr lang="de-DE" sz="4400" b="0" u="none" strike="noStrike">
              <a:solidFill>
                <a:schemeClr val="dk1"/>
              </a:solidFill>
              <a:effectLst/>
              <a:uFillTx/>
              <a:latin typeface="Calibri"/>
            </a:endParaRPr>
          </a:p>
        </p:txBody>
      </p:sp>
      <p:sp>
        <p:nvSpPr>
          <p:cNvPr id="95" name="PlaceHolder 2"/>
          <p:cNvSpPr>
            <a:spLocks noGrp="1"/>
          </p:cNvSpPr>
          <p:nvPr>
            <p:ph/>
          </p:nvPr>
        </p:nvSpPr>
        <p:spPr>
          <a:xfrm>
            <a:off x="838080" y="1825560"/>
            <a:ext cx="6361920" cy="3818880"/>
          </a:xfrm>
          <a:prstGeom prst="rect">
            <a:avLst/>
          </a:prstGeom>
          <a:noFill/>
          <a:ln w="0">
            <a:noFill/>
          </a:ln>
        </p:spPr>
        <p:txBody>
          <a:bodyPr lIns="91440" tIns="45720" rIns="91440" bIns="45720" anchor="t">
            <a:noAutofit/>
          </a:bodyPr>
          <a:lstStyle/>
          <a:p>
            <a:pPr marL="432000" indent="-324000">
              <a:lnSpc>
                <a:spcPct val="90000"/>
              </a:lnSpc>
              <a:spcBef>
                <a:spcPts val="1417"/>
              </a:spcBef>
              <a:buClr>
                <a:srgbClr val="000000"/>
              </a:buClr>
              <a:buSzPct val="45000"/>
              <a:buFont typeface="Wingdings" charset="2"/>
              <a:buChar char=""/>
            </a:pPr>
            <a:r>
              <a:rPr lang="de-DE" sz="2600" b="0" u="none" strike="noStrike">
                <a:solidFill>
                  <a:schemeClr val="dk1"/>
                </a:solidFill>
                <a:effectLst/>
                <a:uFillTx/>
                <a:latin typeface="Arial"/>
              </a:rPr>
              <a:t>Projekt Ausschnitte</a:t>
            </a:r>
          </a:p>
        </p:txBody>
      </p:sp>
      <p:sp>
        <p:nvSpPr>
          <p:cNvPr id="4" name="PlaceHolder 3"/>
          <p:cNvSpPr>
            <a:spLocks noGrp="1"/>
          </p:cNvSpPr>
          <p:nvPr>
            <p:ph type="ftr" idx="11"/>
          </p:nvPr>
        </p:nvSpPr>
        <p:spPr/>
        <p:txBody>
          <a:bodyPr/>
          <a:lstStyle/>
          <a:p>
            <a:r>
              <a:t>Elias Schmidt &amp; Beat Höllwarth </a:t>
            </a:r>
          </a:p>
        </p:txBody>
      </p:sp>
      <p:sp>
        <p:nvSpPr>
          <p:cNvPr id="5" name="PlaceHolder 4"/>
          <p:cNvSpPr>
            <a:spLocks noGrp="1"/>
          </p:cNvSpPr>
          <p:nvPr>
            <p:ph type="sldNum" idx="12"/>
          </p:nvPr>
        </p:nvSpPr>
        <p:spPr/>
        <p:txBody>
          <a:bodyPr/>
          <a:lstStyle/>
          <a:p>
            <a:fld id="{ABC97563-5AA5-41C6-A71F-6664051067C1}" type="slidenum">
              <a:rPr/>
              <a:t>9</a:t>
            </a:fld>
            <a:endParaRPr/>
          </a:p>
        </p:txBody>
      </p:sp>
      <p:sp>
        <p:nvSpPr>
          <p:cNvPr id="6" name="PlaceHolder 5"/>
          <p:cNvSpPr>
            <a:spLocks noGrp="1"/>
          </p:cNvSpPr>
          <p:nvPr>
            <p:ph type="dt" idx="10"/>
          </p:nvPr>
        </p:nvSpPr>
        <p:spPr/>
        <p:txBody>
          <a:bodyPr/>
          <a:lstStyle/>
          <a:p>
            <a:fld id="{ED103DCA-7778-4C1A-A51A-C6C77B5E7DF0}" type="datetime1">
              <a:rPr lang="de-DE"/>
              <a:t>19.04.2026</a:t>
            </a:fld>
            <a:endParaRPr lang="de-DE"/>
          </a:p>
        </p:txBody>
      </p:sp>
      <p:graphicFrame>
        <p:nvGraphicFramePr>
          <p:cNvPr id="2" name="Diagram3">
            <a:extLst>
              <a:ext uri="{FF2B5EF4-FFF2-40B4-BE49-F238E27FC236}">
                <a16:creationId xmlns:a16="http://schemas.microsoft.com/office/drawing/2014/main" id="{DB71F735-15A9-3D86-1DF4-5DC34EA495A7}"/>
              </a:ext>
            </a:extLst>
          </p:cNvPr>
          <p:cNvGraphicFramePr/>
          <p:nvPr>
            <p:extLst>
              <p:ext uri="{D42A27DB-BD31-4B8C-83A1-F6EECF244321}">
                <p14:modId xmlns:p14="http://schemas.microsoft.com/office/powerpoint/2010/main" val="653733072"/>
              </p:ext>
            </p:extLst>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BDADF-66D3-7190-F557-813E542DE2B8}"/>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3C821E07-B31A-774C-375D-87E649B1A3CA}"/>
              </a:ext>
            </a:extLst>
          </p:cNvPr>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Zielsetzung </a:t>
            </a:r>
            <a:endParaRPr lang="de-DE" sz="4400" b="0" u="none" strike="noStrike">
              <a:solidFill>
                <a:schemeClr val="dk1"/>
              </a:solidFill>
              <a:effectLst/>
              <a:uFillTx/>
              <a:latin typeface="Calibri"/>
            </a:endParaRPr>
          </a:p>
        </p:txBody>
      </p:sp>
      <p:sp>
        <p:nvSpPr>
          <p:cNvPr id="112" name="PlaceHolder 2">
            <a:extLst>
              <a:ext uri="{FF2B5EF4-FFF2-40B4-BE49-F238E27FC236}">
                <a16:creationId xmlns:a16="http://schemas.microsoft.com/office/drawing/2014/main" id="{39C51AED-6080-9A58-F3A0-AB2F3D7B91BD}"/>
              </a:ext>
            </a:extLst>
          </p:cNvPr>
          <p:cNvSpPr>
            <a:spLocks noGrp="1"/>
          </p:cNvSpPr>
          <p:nvPr>
            <p:ph/>
          </p:nvPr>
        </p:nvSpPr>
        <p:spPr>
          <a:xfrm>
            <a:off x="838080" y="1825560"/>
            <a:ext cx="4972170" cy="3705120"/>
          </a:xfrm>
          <a:prstGeom prst="rect">
            <a:avLst/>
          </a:prstGeom>
          <a:noFill/>
          <a:ln w="0">
            <a:noFill/>
          </a:ln>
        </p:spPr>
        <p:txBody>
          <a:bodyPr lIns="91440" tIns="45720" rIns="91440" bIns="45720" anchor="t">
            <a:noAutofit/>
          </a:bodyPr>
          <a:lstStyle/>
          <a:p>
            <a:pPr defTabSz="914400">
              <a:lnSpc>
                <a:spcPct val="90000"/>
              </a:lnSpc>
              <a:spcBef>
                <a:spcPts val="1001"/>
              </a:spcBef>
              <a:buClr>
                <a:srgbClr val="000000"/>
              </a:buClr>
            </a:pPr>
            <a:r>
              <a:rPr lang="de-DE" sz="2800" b="1" u="none" strike="noStrike" dirty="0">
                <a:solidFill>
                  <a:schemeClr val="dk1"/>
                </a:solidFill>
                <a:effectLst/>
                <a:uFillTx/>
                <a:latin typeface="Arial"/>
              </a:rPr>
              <a:t>Attraktiv</a:t>
            </a:r>
            <a:r>
              <a:rPr lang="de-DE" sz="2800" b="0" u="none" strike="noStrike" dirty="0">
                <a:solidFill>
                  <a:schemeClr val="dk1"/>
                </a:solidFill>
                <a:effectLst/>
                <a:uFillTx/>
                <a:latin typeface="Arial"/>
              </a:rPr>
              <a:t> </a:t>
            </a:r>
            <a:endParaRPr lang="de-DE" sz="2800" dirty="0">
              <a:solidFill>
                <a:schemeClr val="dk1"/>
              </a:solidFill>
              <a:latin typeface="Arial"/>
            </a:endParaRPr>
          </a:p>
          <a:p>
            <a:pPr marL="457200" indent="-457200" defTabSz="914400">
              <a:lnSpc>
                <a:spcPct val="90000"/>
              </a:lnSpc>
              <a:spcBef>
                <a:spcPts val="1001"/>
              </a:spcBef>
              <a:buFont typeface="Arial" panose="020B0604020202020204" pitchFamily="34" charset="0"/>
              <a:buChar char="•"/>
            </a:pPr>
            <a:r>
              <a:rPr lang="de-DE" sz="2800" b="0" u="none" strike="noStrike" dirty="0">
                <a:solidFill>
                  <a:schemeClr val="dk1"/>
                </a:solidFill>
                <a:effectLst/>
                <a:uFillTx/>
                <a:latin typeface="Arial"/>
              </a:rPr>
              <a:t>Schneller als Excelvorlage</a:t>
            </a:r>
          </a:p>
          <a:p>
            <a:pPr marL="457200" indent="-457200">
              <a:spcBef>
                <a:spcPts val="1001"/>
              </a:spcBef>
              <a:buFont typeface="Arial" panose="020B0604020202020204" pitchFamily="34" charset="0"/>
              <a:buChar char="•"/>
            </a:pPr>
            <a:r>
              <a:rPr lang="de-DE" sz="2800" b="0" u="none" strike="noStrike" dirty="0">
                <a:solidFill>
                  <a:schemeClr val="dk1"/>
                </a:solidFill>
                <a:effectLst/>
                <a:uFillTx/>
                <a:latin typeface="Arial"/>
              </a:rPr>
              <a:t>intuitive Navigation</a:t>
            </a:r>
          </a:p>
          <a:p>
            <a:pPr marL="457200" indent="-457200" defTabSz="914400">
              <a:lnSpc>
                <a:spcPct val="90000"/>
              </a:lnSpc>
              <a:spcBef>
                <a:spcPts val="1001"/>
              </a:spcBef>
              <a:buFont typeface="Arial" panose="020B0604020202020204" pitchFamily="34" charset="0"/>
              <a:buChar char="•"/>
            </a:pPr>
            <a:endParaRPr lang="de-DE" sz="2800" b="0" u="none" strike="noStrike" dirty="0">
              <a:solidFill>
                <a:schemeClr val="dk1"/>
              </a:solidFill>
              <a:effectLst/>
              <a:uFillTx/>
              <a:latin typeface="Arial"/>
            </a:endParaRPr>
          </a:p>
        </p:txBody>
      </p:sp>
      <p:sp>
        <p:nvSpPr>
          <p:cNvPr id="4" name="PlaceHolder 3">
            <a:extLst>
              <a:ext uri="{FF2B5EF4-FFF2-40B4-BE49-F238E27FC236}">
                <a16:creationId xmlns:a16="http://schemas.microsoft.com/office/drawing/2014/main" id="{D4F9DB5E-911D-4816-802A-18D5FD8905BD}"/>
              </a:ext>
            </a:extLst>
          </p:cNvPr>
          <p:cNvSpPr>
            <a:spLocks noGrp="1"/>
          </p:cNvSpPr>
          <p:nvPr>
            <p:ph type="ftr" idx="11"/>
          </p:nvPr>
        </p:nvSpPr>
        <p:spPr/>
        <p:txBody>
          <a:bodyPr/>
          <a:lstStyle/>
          <a:p>
            <a:r>
              <a:t>Jason Lehmann </a:t>
            </a:r>
          </a:p>
        </p:txBody>
      </p:sp>
      <p:sp>
        <p:nvSpPr>
          <p:cNvPr id="5" name="PlaceHolder 4">
            <a:extLst>
              <a:ext uri="{FF2B5EF4-FFF2-40B4-BE49-F238E27FC236}">
                <a16:creationId xmlns:a16="http://schemas.microsoft.com/office/drawing/2014/main" id="{5BFBB8E2-BBDC-E4FB-521A-54C6B2B9A1FA}"/>
              </a:ext>
            </a:extLst>
          </p:cNvPr>
          <p:cNvSpPr>
            <a:spLocks noGrp="1"/>
          </p:cNvSpPr>
          <p:nvPr>
            <p:ph type="sldNum" idx="12"/>
          </p:nvPr>
        </p:nvSpPr>
        <p:spPr/>
        <p:txBody>
          <a:bodyPr/>
          <a:lstStyle/>
          <a:p>
            <a:fld id="{A7F81E46-E624-4CAD-ABD2-6743286BE543}" type="slidenum">
              <a:rPr/>
              <a:t>10</a:t>
            </a:fld>
            <a:endParaRPr/>
          </a:p>
        </p:txBody>
      </p:sp>
      <p:sp>
        <p:nvSpPr>
          <p:cNvPr id="6" name="PlaceHolder 5">
            <a:extLst>
              <a:ext uri="{FF2B5EF4-FFF2-40B4-BE49-F238E27FC236}">
                <a16:creationId xmlns:a16="http://schemas.microsoft.com/office/drawing/2014/main" id="{8E00A543-D1F7-C504-2760-B0E125476FEC}"/>
              </a:ext>
            </a:extLst>
          </p:cNvPr>
          <p:cNvSpPr>
            <a:spLocks noGrp="1"/>
          </p:cNvSpPr>
          <p:nvPr>
            <p:ph type="dt" idx="10"/>
          </p:nvPr>
        </p:nvSpPr>
        <p:spPr/>
        <p:txBody>
          <a:bodyPr/>
          <a:lstStyle/>
          <a:p>
            <a:fld id="{3AD07B0A-B7D9-47D9-85A1-BEC93E9C13CA}" type="datetime1">
              <a:rPr lang="de-DE"/>
              <a:t>19.04.2026</a:t>
            </a:fld>
            <a:endParaRPr lang="de-DE"/>
          </a:p>
        </p:txBody>
      </p:sp>
      <p:graphicFrame>
        <p:nvGraphicFramePr>
          <p:cNvPr id="2" name="Diagram3">
            <a:extLst>
              <a:ext uri="{FF2B5EF4-FFF2-40B4-BE49-F238E27FC236}">
                <a16:creationId xmlns:a16="http://schemas.microsoft.com/office/drawing/2014/main" id="{7E8DEA64-6AD0-D7BB-B5F4-BA9CEE78879A}"/>
              </a:ext>
            </a:extLst>
          </p:cNvPr>
          <p:cNvGraphicFramePr/>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6" name="Picture 2" descr="Vector die Illustrationshände, die Zielflagge auf weißem Hintergrund halten  584225 Vektor Kunst bei Vecteezy">
            <a:extLst>
              <a:ext uri="{FF2B5EF4-FFF2-40B4-BE49-F238E27FC236}">
                <a16:creationId xmlns:a16="http://schemas.microsoft.com/office/drawing/2014/main" id="{32D43EF2-8C48-B5A8-AFBD-F3D6C3D04C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1350" y="2245649"/>
            <a:ext cx="4486575" cy="350067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Echte Verbesserung – oder: Maßnahmen, die auch umgesetzt werden">
            <a:extLst>
              <a:ext uri="{FF2B5EF4-FFF2-40B4-BE49-F238E27FC236}">
                <a16:creationId xmlns:a16="http://schemas.microsoft.com/office/drawing/2014/main" id="{3EA14A31-1217-1BB8-F7F8-CF827AD0F7E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1438" y="3429000"/>
            <a:ext cx="3860187" cy="1926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980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5E454-ED64-D18D-A1C9-AB34BE6756C2}"/>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603DE550-269C-1CAA-F78A-D91863DD748C}"/>
              </a:ext>
            </a:extLst>
          </p:cNvPr>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Zielsetzung </a:t>
            </a:r>
            <a:endParaRPr lang="de-DE" sz="4400" b="0" u="none" strike="noStrike">
              <a:solidFill>
                <a:schemeClr val="dk1"/>
              </a:solidFill>
              <a:effectLst/>
              <a:uFillTx/>
              <a:latin typeface="Calibri"/>
            </a:endParaRPr>
          </a:p>
        </p:txBody>
      </p:sp>
      <p:sp>
        <p:nvSpPr>
          <p:cNvPr id="112" name="PlaceHolder 2">
            <a:extLst>
              <a:ext uri="{FF2B5EF4-FFF2-40B4-BE49-F238E27FC236}">
                <a16:creationId xmlns:a16="http://schemas.microsoft.com/office/drawing/2014/main" id="{B7B79094-930D-516E-0FB6-1BA647B09857}"/>
              </a:ext>
            </a:extLst>
          </p:cNvPr>
          <p:cNvSpPr>
            <a:spLocks noGrp="1"/>
          </p:cNvSpPr>
          <p:nvPr>
            <p:ph/>
          </p:nvPr>
        </p:nvSpPr>
        <p:spPr>
          <a:xfrm>
            <a:off x="838080" y="1825560"/>
            <a:ext cx="4972170" cy="3705120"/>
          </a:xfrm>
          <a:prstGeom prst="rect">
            <a:avLst/>
          </a:prstGeom>
          <a:noFill/>
          <a:ln w="0">
            <a:noFill/>
          </a:ln>
        </p:spPr>
        <p:txBody>
          <a:bodyPr lIns="91440" tIns="45720" rIns="91440" bIns="45720" anchor="t">
            <a:noAutofit/>
          </a:bodyPr>
          <a:lstStyle/>
          <a:p>
            <a:pPr defTabSz="914400">
              <a:lnSpc>
                <a:spcPct val="90000"/>
              </a:lnSpc>
              <a:spcBef>
                <a:spcPts val="1001"/>
              </a:spcBef>
              <a:buClr>
                <a:srgbClr val="000000"/>
              </a:buClr>
            </a:pPr>
            <a:r>
              <a:rPr lang="de-DE" sz="2800" b="1" u="none" strike="noStrike" dirty="0">
                <a:solidFill>
                  <a:schemeClr val="dk1"/>
                </a:solidFill>
                <a:effectLst/>
                <a:uFillTx/>
                <a:latin typeface="Arial"/>
              </a:rPr>
              <a:t>Terminierbar</a:t>
            </a:r>
            <a:r>
              <a:rPr lang="de-DE" sz="2800" b="0" u="none" strike="noStrike" dirty="0">
                <a:solidFill>
                  <a:schemeClr val="dk1"/>
                </a:solidFill>
                <a:effectLst/>
                <a:uFillTx/>
                <a:latin typeface="Arial"/>
              </a:rPr>
              <a:t> </a:t>
            </a:r>
            <a:endParaRPr lang="de-DE" sz="2800" dirty="0">
              <a:solidFill>
                <a:schemeClr val="dk1"/>
              </a:solidFill>
              <a:latin typeface="Arial"/>
            </a:endParaRPr>
          </a:p>
          <a:p>
            <a:pPr marL="457200" indent="-457200" defTabSz="914400">
              <a:lnSpc>
                <a:spcPct val="90000"/>
              </a:lnSpc>
              <a:spcBef>
                <a:spcPts val="1001"/>
              </a:spcBef>
              <a:buClr>
                <a:srgbClr val="000000"/>
              </a:buClr>
              <a:buFont typeface="Arial" panose="020B0604020202020204" pitchFamily="34" charset="0"/>
              <a:buChar char="•"/>
            </a:pPr>
            <a:r>
              <a:rPr lang="de-DE" sz="2800" b="0" u="none" strike="noStrike" dirty="0">
                <a:solidFill>
                  <a:schemeClr val="dk1"/>
                </a:solidFill>
                <a:effectLst/>
                <a:uFillTx/>
                <a:latin typeface="Arial"/>
              </a:rPr>
              <a:t>Bis Projektende spielbare Version</a:t>
            </a:r>
          </a:p>
          <a:p>
            <a:pPr marL="457200" indent="-457200" defTabSz="914400">
              <a:lnSpc>
                <a:spcPct val="90000"/>
              </a:lnSpc>
              <a:spcBef>
                <a:spcPts val="1001"/>
              </a:spcBef>
              <a:buClr>
                <a:srgbClr val="000000"/>
              </a:buClr>
              <a:buFont typeface="Arial" panose="020B0604020202020204" pitchFamily="34" charset="0"/>
              <a:buChar char="•"/>
            </a:pPr>
            <a:r>
              <a:rPr lang="de-DE" sz="2800" dirty="0">
                <a:solidFill>
                  <a:schemeClr val="dk1"/>
                </a:solidFill>
                <a:latin typeface="Arial"/>
              </a:rPr>
              <a:t>Inkludiert Features aus Soll-Konzept</a:t>
            </a:r>
            <a:r>
              <a:rPr lang="de-DE" sz="2800" b="0" u="none" strike="noStrike" dirty="0">
                <a:solidFill>
                  <a:schemeClr val="dk1"/>
                </a:solidFill>
                <a:effectLst/>
                <a:uFillTx/>
                <a:latin typeface="Arial"/>
              </a:rPr>
              <a:t> </a:t>
            </a:r>
          </a:p>
          <a:p>
            <a:pPr indent="0" defTabSz="914400">
              <a:lnSpc>
                <a:spcPct val="90000"/>
              </a:lnSpc>
              <a:spcBef>
                <a:spcPts val="1001"/>
              </a:spcBef>
              <a:buNone/>
            </a:pPr>
            <a:endParaRPr lang="de-DE" sz="2800" b="0" u="none" strike="noStrike" dirty="0">
              <a:solidFill>
                <a:schemeClr val="dk1"/>
              </a:solidFill>
              <a:effectLst/>
              <a:uFillTx/>
              <a:latin typeface="Arial"/>
            </a:endParaRPr>
          </a:p>
        </p:txBody>
      </p:sp>
      <p:sp>
        <p:nvSpPr>
          <p:cNvPr id="4" name="PlaceHolder 3">
            <a:extLst>
              <a:ext uri="{FF2B5EF4-FFF2-40B4-BE49-F238E27FC236}">
                <a16:creationId xmlns:a16="http://schemas.microsoft.com/office/drawing/2014/main" id="{4ECB736D-9C77-B6AC-05BA-0EA696C675F6}"/>
              </a:ext>
            </a:extLst>
          </p:cNvPr>
          <p:cNvSpPr>
            <a:spLocks noGrp="1"/>
          </p:cNvSpPr>
          <p:nvPr>
            <p:ph type="ftr" idx="11"/>
          </p:nvPr>
        </p:nvSpPr>
        <p:spPr/>
        <p:txBody>
          <a:bodyPr/>
          <a:lstStyle/>
          <a:p>
            <a:r>
              <a:t>Jason Lehmann </a:t>
            </a:r>
          </a:p>
        </p:txBody>
      </p:sp>
      <p:sp>
        <p:nvSpPr>
          <p:cNvPr id="5" name="PlaceHolder 4">
            <a:extLst>
              <a:ext uri="{FF2B5EF4-FFF2-40B4-BE49-F238E27FC236}">
                <a16:creationId xmlns:a16="http://schemas.microsoft.com/office/drawing/2014/main" id="{521E1521-6531-28A7-DD54-55A9736AA4A9}"/>
              </a:ext>
            </a:extLst>
          </p:cNvPr>
          <p:cNvSpPr>
            <a:spLocks noGrp="1"/>
          </p:cNvSpPr>
          <p:nvPr>
            <p:ph type="sldNum" idx="12"/>
          </p:nvPr>
        </p:nvSpPr>
        <p:spPr/>
        <p:txBody>
          <a:bodyPr/>
          <a:lstStyle/>
          <a:p>
            <a:fld id="{A7F81E46-E624-4CAD-ABD2-6743286BE543}" type="slidenum">
              <a:rPr/>
              <a:t>11</a:t>
            </a:fld>
            <a:endParaRPr/>
          </a:p>
        </p:txBody>
      </p:sp>
      <p:sp>
        <p:nvSpPr>
          <p:cNvPr id="6" name="PlaceHolder 5">
            <a:extLst>
              <a:ext uri="{FF2B5EF4-FFF2-40B4-BE49-F238E27FC236}">
                <a16:creationId xmlns:a16="http://schemas.microsoft.com/office/drawing/2014/main" id="{B854B281-C9F5-9FBC-6729-DFE9803DEAA9}"/>
              </a:ext>
            </a:extLst>
          </p:cNvPr>
          <p:cNvSpPr>
            <a:spLocks noGrp="1"/>
          </p:cNvSpPr>
          <p:nvPr>
            <p:ph type="dt" idx="10"/>
          </p:nvPr>
        </p:nvSpPr>
        <p:spPr/>
        <p:txBody>
          <a:bodyPr/>
          <a:lstStyle/>
          <a:p>
            <a:fld id="{3AD07B0A-B7D9-47D9-85A1-BEC93E9C13CA}" type="datetime1">
              <a:rPr lang="de-DE"/>
              <a:t>19.04.2026</a:t>
            </a:fld>
            <a:endParaRPr lang="de-DE"/>
          </a:p>
        </p:txBody>
      </p:sp>
      <p:graphicFrame>
        <p:nvGraphicFramePr>
          <p:cNvPr id="2" name="Diagram3">
            <a:extLst>
              <a:ext uri="{FF2B5EF4-FFF2-40B4-BE49-F238E27FC236}">
                <a16:creationId xmlns:a16="http://schemas.microsoft.com/office/drawing/2014/main" id="{9E049AAA-AF54-F232-0349-BE657C64632F}"/>
              </a:ext>
            </a:extLst>
          </p:cNvPr>
          <p:cNvGraphicFramePr/>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descr="Deadline Benachrichtigung Ereignis Erinnerung Auf Kalender Vektor Flache  Cartoonsymbol Ausgewählte Wichtige Geplante Oder Fälligkeitsdatum Symbol  Und Vorsicht Hinweis Nachricht Auf Bunten Hintergrundbild Stock Vektor Art  und mehr Bilder von Kalender ...">
            <a:extLst>
              <a:ext uri="{FF2B5EF4-FFF2-40B4-BE49-F238E27FC236}">
                <a16:creationId xmlns:a16="http://schemas.microsoft.com/office/drawing/2014/main" id="{4879F11C-6F7E-CEEF-62E2-4E67BDCCD1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76699" y="1327320"/>
            <a:ext cx="5600876" cy="4136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824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41C16-61FA-9563-0ED5-F938746C0F7E}"/>
            </a:ext>
          </a:extLst>
        </p:cNvPr>
        <p:cNvGrpSpPr/>
        <p:nvPr/>
      </p:nvGrpSpPr>
      <p:grpSpPr>
        <a:xfrm>
          <a:off x="0" y="0"/>
          <a:ext cx="0" cy="0"/>
          <a:chOff x="0" y="0"/>
          <a:chExt cx="0" cy="0"/>
        </a:xfrm>
      </p:grpSpPr>
      <p:sp>
        <p:nvSpPr>
          <p:cNvPr id="111" name="PlaceHolder 1">
            <a:extLst>
              <a:ext uri="{FF2B5EF4-FFF2-40B4-BE49-F238E27FC236}">
                <a16:creationId xmlns:a16="http://schemas.microsoft.com/office/drawing/2014/main" id="{2AEFBC2C-82F4-73DF-C8B3-92A05AD0E62B}"/>
              </a:ext>
            </a:extLst>
          </p:cNvPr>
          <p:cNvSpPr>
            <a:spLocks noGrp="1"/>
          </p:cNvSpPr>
          <p:nvPr>
            <p:ph type="title"/>
          </p:nvPr>
        </p:nvSpPr>
        <p:spPr>
          <a:xfrm>
            <a:off x="838080" y="365040"/>
            <a:ext cx="6530400" cy="1325160"/>
          </a:xfrm>
          <a:prstGeom prst="rect">
            <a:avLst/>
          </a:prstGeom>
          <a:noFill/>
          <a:ln w="0">
            <a:noFill/>
          </a:ln>
        </p:spPr>
        <p:txBody>
          <a:bodyPr lIns="91440" tIns="45720" rIns="91440" bIns="45720" anchor="ctr">
            <a:noAutofit/>
          </a:bodyPr>
          <a:lstStyle/>
          <a:p>
            <a:pPr indent="0" defTabSz="914400">
              <a:lnSpc>
                <a:spcPct val="90000"/>
              </a:lnSpc>
              <a:buNone/>
            </a:pPr>
            <a:r>
              <a:rPr lang="de-DE" sz="4400" b="0" u="none" strike="noStrike">
                <a:solidFill>
                  <a:schemeClr val="dk1"/>
                </a:solidFill>
                <a:effectLst/>
                <a:uFillTx/>
                <a:latin typeface="Arial Black"/>
              </a:rPr>
              <a:t>Zielsetzung </a:t>
            </a:r>
            <a:endParaRPr lang="de-DE" sz="4400" b="0" u="none" strike="noStrike">
              <a:solidFill>
                <a:schemeClr val="dk1"/>
              </a:solidFill>
              <a:effectLst/>
              <a:uFillTx/>
              <a:latin typeface="Calibri"/>
            </a:endParaRPr>
          </a:p>
        </p:txBody>
      </p:sp>
      <p:sp>
        <p:nvSpPr>
          <p:cNvPr id="112" name="PlaceHolder 2">
            <a:extLst>
              <a:ext uri="{FF2B5EF4-FFF2-40B4-BE49-F238E27FC236}">
                <a16:creationId xmlns:a16="http://schemas.microsoft.com/office/drawing/2014/main" id="{99A92209-16F6-3D62-9BB1-AB445BBFD3ED}"/>
              </a:ext>
            </a:extLst>
          </p:cNvPr>
          <p:cNvSpPr>
            <a:spLocks noGrp="1"/>
          </p:cNvSpPr>
          <p:nvPr>
            <p:ph/>
          </p:nvPr>
        </p:nvSpPr>
        <p:spPr>
          <a:xfrm>
            <a:off x="838080" y="1825560"/>
            <a:ext cx="5438895" cy="3705120"/>
          </a:xfrm>
          <a:prstGeom prst="rect">
            <a:avLst/>
          </a:prstGeom>
          <a:noFill/>
          <a:ln w="0">
            <a:noFill/>
          </a:ln>
        </p:spPr>
        <p:txBody>
          <a:bodyPr lIns="91440" tIns="45720" rIns="91440" bIns="45720" anchor="t">
            <a:noAutofit/>
          </a:bodyPr>
          <a:lstStyle/>
          <a:p>
            <a:pPr defTabSz="914400">
              <a:lnSpc>
                <a:spcPct val="90000"/>
              </a:lnSpc>
              <a:spcBef>
                <a:spcPts val="1001"/>
              </a:spcBef>
              <a:buClr>
                <a:srgbClr val="000000"/>
              </a:buClr>
            </a:pPr>
            <a:r>
              <a:rPr lang="de-DE" sz="2800" b="1" u="none" strike="noStrike" dirty="0">
                <a:solidFill>
                  <a:schemeClr val="dk1"/>
                </a:solidFill>
                <a:effectLst/>
                <a:uFillTx/>
                <a:latin typeface="Arial"/>
              </a:rPr>
              <a:t>Messbar  </a:t>
            </a:r>
          </a:p>
          <a:p>
            <a:pPr marL="228600" indent="-228600">
              <a:spcBef>
                <a:spcPts val="1001"/>
              </a:spcBef>
              <a:buClr>
                <a:srgbClr val="000000"/>
              </a:buClr>
              <a:buFont typeface="Arial"/>
              <a:buChar char="•"/>
            </a:pPr>
            <a:r>
              <a:rPr lang="de-DE" sz="2800" dirty="0">
                <a:solidFill>
                  <a:schemeClr val="dk1"/>
                </a:solidFill>
                <a:latin typeface="Arial"/>
              </a:rPr>
              <a:t>Black-Box-Tester </a:t>
            </a:r>
            <a:r>
              <a:rPr lang="de-DE" sz="2800" b="0" u="none" strike="noStrike" dirty="0">
                <a:solidFill>
                  <a:schemeClr val="dk1"/>
                </a:solidFill>
                <a:effectLst/>
                <a:uFillTx/>
                <a:latin typeface="Arial"/>
              </a:rPr>
              <a:t>geben positives Feedback</a:t>
            </a:r>
          </a:p>
          <a:p>
            <a:pPr marL="228600" indent="-228600">
              <a:spcBef>
                <a:spcPts val="1001"/>
              </a:spcBef>
              <a:buClr>
                <a:srgbClr val="000000"/>
              </a:buClr>
              <a:buFont typeface="Arial"/>
              <a:buChar char="•"/>
            </a:pPr>
            <a:r>
              <a:rPr lang="de-DE" sz="2800" dirty="0">
                <a:solidFill>
                  <a:schemeClr val="dk1"/>
                </a:solidFill>
                <a:latin typeface="Arial"/>
              </a:rPr>
              <a:t>B</a:t>
            </a:r>
            <a:r>
              <a:rPr lang="de-DE" sz="2800" b="0" u="none" strike="noStrike" dirty="0">
                <a:solidFill>
                  <a:schemeClr val="dk1"/>
                </a:solidFill>
                <a:effectLst/>
                <a:uFillTx/>
                <a:latin typeface="Arial"/>
              </a:rPr>
              <a:t>ewertungsskala</a:t>
            </a:r>
            <a:r>
              <a:rPr lang="de-DE" sz="2800" dirty="0">
                <a:solidFill>
                  <a:schemeClr val="dk1"/>
                </a:solidFill>
                <a:latin typeface="Arial"/>
              </a:rPr>
              <a:t> </a:t>
            </a:r>
            <a:r>
              <a:rPr lang="de-DE" sz="2800" b="1" dirty="0">
                <a:solidFill>
                  <a:srgbClr val="FF0000"/>
                </a:solidFill>
                <a:latin typeface="Arial"/>
              </a:rPr>
              <a:t>1</a:t>
            </a:r>
            <a:r>
              <a:rPr lang="de-DE" sz="2800" dirty="0">
                <a:solidFill>
                  <a:schemeClr val="dk1"/>
                </a:solidFill>
                <a:latin typeface="Arial"/>
              </a:rPr>
              <a:t> bis </a:t>
            </a:r>
            <a:r>
              <a:rPr lang="de-DE" sz="2800" b="1" dirty="0">
                <a:solidFill>
                  <a:schemeClr val="accent6"/>
                </a:solidFill>
                <a:latin typeface="Arial"/>
              </a:rPr>
              <a:t>10</a:t>
            </a:r>
          </a:p>
          <a:p>
            <a:pPr marL="228600" indent="-228600">
              <a:spcBef>
                <a:spcPts val="1001"/>
              </a:spcBef>
              <a:buClr>
                <a:srgbClr val="000000"/>
              </a:buClr>
              <a:buFont typeface="Arial"/>
              <a:buChar char="•"/>
            </a:pPr>
            <a:r>
              <a:rPr lang="de-DE" sz="2800" dirty="0">
                <a:solidFill>
                  <a:schemeClr val="dk1"/>
                </a:solidFill>
                <a:latin typeface="Arial"/>
              </a:rPr>
              <a:t>Ziel: 7,5  </a:t>
            </a:r>
            <a:endParaRPr lang="de-DE" sz="2800" b="0" u="none" strike="noStrike" dirty="0">
              <a:solidFill>
                <a:schemeClr val="dk1"/>
              </a:solidFill>
              <a:effectLst/>
              <a:uFillTx/>
              <a:latin typeface="Arial"/>
            </a:endParaRPr>
          </a:p>
          <a:p>
            <a:pPr indent="0" defTabSz="914400">
              <a:lnSpc>
                <a:spcPct val="90000"/>
              </a:lnSpc>
              <a:spcBef>
                <a:spcPts val="1001"/>
              </a:spcBef>
              <a:buNone/>
            </a:pPr>
            <a:endParaRPr lang="de-DE" sz="2800" b="0" u="none" strike="noStrike" dirty="0">
              <a:solidFill>
                <a:schemeClr val="dk1"/>
              </a:solidFill>
              <a:effectLst/>
              <a:uFillTx/>
              <a:latin typeface="Arial"/>
            </a:endParaRPr>
          </a:p>
        </p:txBody>
      </p:sp>
      <p:sp>
        <p:nvSpPr>
          <p:cNvPr id="4" name="PlaceHolder 3">
            <a:extLst>
              <a:ext uri="{FF2B5EF4-FFF2-40B4-BE49-F238E27FC236}">
                <a16:creationId xmlns:a16="http://schemas.microsoft.com/office/drawing/2014/main" id="{09A2F2C4-CB16-67E5-1B12-FE2EDB089E54}"/>
              </a:ext>
            </a:extLst>
          </p:cNvPr>
          <p:cNvSpPr>
            <a:spLocks noGrp="1"/>
          </p:cNvSpPr>
          <p:nvPr>
            <p:ph type="ftr" idx="11"/>
          </p:nvPr>
        </p:nvSpPr>
        <p:spPr/>
        <p:txBody>
          <a:bodyPr/>
          <a:lstStyle/>
          <a:p>
            <a:r>
              <a:t>Jason Lehmann </a:t>
            </a:r>
          </a:p>
        </p:txBody>
      </p:sp>
      <p:sp>
        <p:nvSpPr>
          <p:cNvPr id="5" name="PlaceHolder 4">
            <a:extLst>
              <a:ext uri="{FF2B5EF4-FFF2-40B4-BE49-F238E27FC236}">
                <a16:creationId xmlns:a16="http://schemas.microsoft.com/office/drawing/2014/main" id="{23D50441-30B8-0719-5E19-37F4A3732D8B}"/>
              </a:ext>
            </a:extLst>
          </p:cNvPr>
          <p:cNvSpPr>
            <a:spLocks noGrp="1"/>
          </p:cNvSpPr>
          <p:nvPr>
            <p:ph type="sldNum" idx="12"/>
          </p:nvPr>
        </p:nvSpPr>
        <p:spPr/>
        <p:txBody>
          <a:bodyPr/>
          <a:lstStyle/>
          <a:p>
            <a:fld id="{A7F81E46-E624-4CAD-ABD2-6743286BE543}" type="slidenum">
              <a:rPr/>
              <a:t>12</a:t>
            </a:fld>
            <a:endParaRPr/>
          </a:p>
        </p:txBody>
      </p:sp>
      <p:sp>
        <p:nvSpPr>
          <p:cNvPr id="6" name="PlaceHolder 5">
            <a:extLst>
              <a:ext uri="{FF2B5EF4-FFF2-40B4-BE49-F238E27FC236}">
                <a16:creationId xmlns:a16="http://schemas.microsoft.com/office/drawing/2014/main" id="{1A6DA049-3502-F8F1-ADDD-3A1BE7524268}"/>
              </a:ext>
            </a:extLst>
          </p:cNvPr>
          <p:cNvSpPr>
            <a:spLocks noGrp="1"/>
          </p:cNvSpPr>
          <p:nvPr>
            <p:ph type="dt" idx="10"/>
          </p:nvPr>
        </p:nvSpPr>
        <p:spPr/>
        <p:txBody>
          <a:bodyPr/>
          <a:lstStyle/>
          <a:p>
            <a:fld id="{3AD07B0A-B7D9-47D9-85A1-BEC93E9C13CA}" type="datetime1">
              <a:rPr lang="de-DE"/>
              <a:t>19.04.2026</a:t>
            </a:fld>
            <a:endParaRPr lang="de-DE"/>
          </a:p>
        </p:txBody>
      </p:sp>
      <p:graphicFrame>
        <p:nvGraphicFramePr>
          <p:cNvPr id="2" name="Diagram3">
            <a:extLst>
              <a:ext uri="{FF2B5EF4-FFF2-40B4-BE49-F238E27FC236}">
                <a16:creationId xmlns:a16="http://schemas.microsoft.com/office/drawing/2014/main" id="{FE2362CD-581E-13ED-369C-62FD7CDA7910}"/>
              </a:ext>
            </a:extLst>
          </p:cNvPr>
          <p:cNvGraphicFramePr/>
          <p:nvPr/>
        </p:nvGraphicFramePr>
        <p:xfrm>
          <a:off x="838080" y="5746320"/>
          <a:ext cx="10515240" cy="391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a:extLst>
              <a:ext uri="{FF2B5EF4-FFF2-40B4-BE49-F238E27FC236}">
                <a16:creationId xmlns:a16="http://schemas.microsoft.com/office/drawing/2014/main" id="{DE52A5BB-881C-E42F-B819-AA2B99C422D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447924" y="3811101"/>
            <a:ext cx="280541" cy="30369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Bewerten Sie uns mit Balken von 1 bis 10, Vektorgrafik im flachen Design,  isoliert auf weißem Hintergrund | Premium Vektor">
            <a:extLst>
              <a:ext uri="{FF2B5EF4-FFF2-40B4-BE49-F238E27FC236}">
                <a16:creationId xmlns:a16="http://schemas.microsoft.com/office/drawing/2014/main" id="{568DF60E-9077-863A-1C7D-B982038D6E2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2090" b="33405"/>
          <a:stretch>
            <a:fillRect/>
          </a:stretch>
        </p:blipFill>
        <p:spPr bwMode="auto">
          <a:xfrm>
            <a:off x="3966834" y="3973576"/>
            <a:ext cx="7681020" cy="132516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ufgerollte Maßbandskizze. Maßband. nähhandwerksattribut,  schneidereiwerkstattausrüstung. diät, gewichtsverlustsymbol. Länge,  Größenmesswerkzeug. professionelles schneiderinstrument 8143497 Vektor  Kunst bei Vecteezy">
            <a:extLst>
              <a:ext uri="{FF2B5EF4-FFF2-40B4-BE49-F238E27FC236}">
                <a16:creationId xmlns:a16="http://schemas.microsoft.com/office/drawing/2014/main" id="{A16A8DBE-7D4D-3A49-B5B6-33BC50F960C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53100" y="1275742"/>
            <a:ext cx="4267200" cy="2697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458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 name="Rectangle 11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Bildplatzhalter 6" descr="Fernglas, das einen Sonnenuntergang reflektiert und auf einem Tisch am Meer liegt">
            <a:extLst>
              <a:ext uri="{FF2B5EF4-FFF2-40B4-BE49-F238E27FC236}">
                <a16:creationId xmlns:a16="http://schemas.microsoft.com/office/drawing/2014/main" id="{8ED17E80-D79D-83D5-9619-5BE0839424C2}"/>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t="6993" r="-1" b="8715"/>
          <a:stretch>
            <a:fillRect/>
          </a:stretch>
        </p:blipFill>
        <p:spPr>
          <a:xfrm>
            <a:off x="20" y="10"/>
            <a:ext cx="12188930" cy="6857990"/>
          </a:xfrm>
          <a:prstGeom prst="rect">
            <a:avLst/>
          </a:prstGeom>
          <a:noFill/>
        </p:spPr>
      </p:pic>
      <p:sp>
        <p:nvSpPr>
          <p:cNvPr id="114" name="PlaceHolder 1"/>
          <p:cNvSpPr>
            <a:spLocks noGrp="1"/>
          </p:cNvSpPr>
          <p:nvPr>
            <p:ph type="title"/>
          </p:nvPr>
        </p:nvSpPr>
        <p:spPr>
          <a:xfrm>
            <a:off x="1524000" y="1122363"/>
            <a:ext cx="9144000" cy="3063240"/>
          </a:xfrm>
          <a:prstGeom prst="rect">
            <a:avLst/>
          </a:prstGeom>
        </p:spPr>
        <p:txBody>
          <a:bodyPr vert="horz" lIns="91440" tIns="45720" rIns="91440" bIns="45720" rtlCol="0" anchor="b">
            <a:normAutofit/>
          </a:bodyPr>
          <a:lstStyle/>
          <a:p>
            <a:pPr indent="0" algn="ctr"/>
            <a:r>
              <a:rPr lang="en-US" sz="6600" b="0" u="none" strike="noStrike">
                <a:solidFill>
                  <a:schemeClr val="bg1"/>
                </a:solidFill>
                <a:effectLst/>
                <a:uFillTx/>
              </a:rPr>
              <a:t>Ausblick </a:t>
            </a:r>
          </a:p>
        </p:txBody>
      </p:sp>
      <p:sp>
        <p:nvSpPr>
          <p:cNvPr id="121"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laceHolder 5"/>
          <p:cNvSpPr>
            <a:spLocks noGrp="1"/>
          </p:cNvSpPr>
          <p:nvPr>
            <p:ph type="dt" idx="10"/>
          </p:nvPr>
        </p:nvSpPr>
        <p:spPr>
          <a:xfrm>
            <a:off x="838200" y="6356350"/>
            <a:ext cx="2743200" cy="365125"/>
          </a:xfrm>
        </p:spPr>
        <p:txBody>
          <a:bodyPr vert="horz" lIns="91440" tIns="45720" rIns="91440" bIns="45720" rtlCol="0" anchor="ctr">
            <a:normAutofit/>
          </a:bodyPr>
          <a:lstStyle/>
          <a:p>
            <a:pPr>
              <a:spcAft>
                <a:spcPts val="600"/>
              </a:spcAft>
              <a:defRPr/>
            </a:pPr>
            <a:fld id="{A6335549-1688-479E-B215-569FEF49308E}" type="datetime1">
              <a:rPr lang="en-US">
                <a:solidFill>
                  <a:srgbClr val="FFFFFF"/>
                </a:solidFill>
              </a:rPr>
              <a:pPr>
                <a:spcAft>
                  <a:spcPts val="600"/>
                </a:spcAft>
                <a:defRPr/>
              </a:pPr>
              <a:t>4/19/2026</a:t>
            </a:fld>
            <a:endParaRPr lang="en-US">
              <a:solidFill>
                <a:srgbClr val="FFFFFF"/>
              </a:solidFill>
            </a:endParaRPr>
          </a:p>
        </p:txBody>
      </p:sp>
      <p:sp>
        <p:nvSpPr>
          <p:cNvPr id="4" name="PlaceHolder 3"/>
          <p:cNvSpPr>
            <a:spLocks noGrp="1"/>
          </p:cNvSpPr>
          <p:nvPr>
            <p:ph type="ftr" idx="11"/>
          </p:nvPr>
        </p:nvSpPr>
        <p:spPr>
          <a:xfrm>
            <a:off x="4038600" y="6356350"/>
            <a:ext cx="4114800" cy="365125"/>
          </a:xfrm>
        </p:spPr>
        <p:txBody>
          <a:bodyPr vert="horz" lIns="91440" tIns="45720" rIns="91440" bIns="45720" rtlCol="0" anchor="ctr">
            <a:normAutofit/>
          </a:bodyPr>
          <a:lstStyle/>
          <a:p>
            <a:pPr>
              <a:spcAft>
                <a:spcPts val="600"/>
              </a:spcAft>
              <a:defRPr/>
            </a:pPr>
            <a:r>
              <a:rPr lang="en-US" sz="1200" kern="1200">
                <a:solidFill>
                  <a:srgbClr val="FFFFFF"/>
                </a:solidFill>
                <a:latin typeface="Calibri" panose="020F0502020204030204"/>
                <a:ea typeface="+mn-ea"/>
                <a:cs typeface="+mn-cs"/>
              </a:rPr>
              <a:t>Elias Schmidt</a:t>
            </a:r>
          </a:p>
        </p:txBody>
      </p:sp>
      <p:sp>
        <p:nvSpPr>
          <p:cNvPr id="5" name="PlaceHolder 4"/>
          <p:cNvSpPr>
            <a:spLocks noGrp="1"/>
          </p:cNvSpPr>
          <p:nvPr>
            <p:ph type="sldNum" idx="12"/>
          </p:nvPr>
        </p:nvSpPr>
        <p:spPr>
          <a:xfrm>
            <a:off x="8610600" y="6356350"/>
            <a:ext cx="2743200" cy="365125"/>
          </a:xfrm>
        </p:spPr>
        <p:txBody>
          <a:bodyPr vert="horz" lIns="91440" tIns="45720" rIns="91440" bIns="45720" rtlCol="0" anchor="ctr">
            <a:normAutofit/>
          </a:bodyPr>
          <a:lstStyle/>
          <a:p>
            <a:pPr>
              <a:spcAft>
                <a:spcPts val="600"/>
              </a:spcAft>
              <a:defRPr/>
            </a:pPr>
            <a:fld id="{9CA9756F-E97E-4E3D-8DBE-A199D2D6F08B}" type="slidenum">
              <a:rPr lang="en-US">
                <a:solidFill>
                  <a:srgbClr val="FFFFFF"/>
                </a:solidFill>
              </a:rPr>
              <a:pPr>
                <a:spcAft>
                  <a:spcPts val="600"/>
                </a:spcAft>
                <a:defRPr/>
              </a:pPr>
              <a:t>13</a:t>
            </a:fld>
            <a:endParaRPr lang="en-US">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D06CB-A77E-0E12-A52F-ADA52CE71117}"/>
              </a:ext>
            </a:extLst>
          </p:cNvPr>
          <p:cNvSpPr>
            <a:spLocks noGrp="1"/>
          </p:cNvSpPr>
          <p:nvPr>
            <p:ph type="title"/>
          </p:nvPr>
        </p:nvSpPr>
        <p:spPr/>
        <p:txBody>
          <a:bodyPr/>
          <a:lstStyle/>
          <a:p>
            <a:r>
              <a:rPr lang="de-DE" dirty="0"/>
              <a:t>Bildquellen</a:t>
            </a:r>
          </a:p>
        </p:txBody>
      </p:sp>
      <p:sp>
        <p:nvSpPr>
          <p:cNvPr id="3" name="Textplatzhalter 2">
            <a:extLst>
              <a:ext uri="{FF2B5EF4-FFF2-40B4-BE49-F238E27FC236}">
                <a16:creationId xmlns:a16="http://schemas.microsoft.com/office/drawing/2014/main" id="{56FA3411-7B30-8300-74CA-F1C7337FF549}"/>
              </a:ext>
            </a:extLst>
          </p:cNvPr>
          <p:cNvSpPr>
            <a:spLocks noGrp="1"/>
          </p:cNvSpPr>
          <p:nvPr>
            <p:ph type="body"/>
          </p:nvPr>
        </p:nvSpPr>
        <p:spPr/>
        <p:txBody>
          <a:bodyPr/>
          <a:lstStyle/>
          <a:p>
            <a:r>
              <a:rPr lang="de-DE" sz="1400" dirty="0">
                <a:hlinkClick r:id="rId2"/>
              </a:rPr>
              <a:t>https://fhvs.info/pen-and-paper-das-erste-treffen/</a:t>
            </a:r>
            <a:endParaRPr lang="de-DE" sz="1400" dirty="0"/>
          </a:p>
          <a:p>
            <a:r>
              <a:rPr lang="de-DE" sz="1400" dirty="0">
                <a:hlinkClick r:id="rId3"/>
              </a:rPr>
              <a:t>https://de.dreamstime.com/illustration/wegweiser.html</a:t>
            </a:r>
            <a:endParaRPr lang="de-DE" sz="1400" dirty="0"/>
          </a:p>
          <a:p>
            <a:r>
              <a:rPr lang="de-DE" sz="1400" dirty="0">
                <a:hlinkClick r:id="rId4"/>
              </a:rPr>
              <a:t>https://www.nuget.org/profiles/aspnet</a:t>
            </a:r>
            <a:endParaRPr lang="de-DE" sz="1400" dirty="0"/>
          </a:p>
          <a:p>
            <a:r>
              <a:rPr lang="de-DE" sz="1400" dirty="0">
                <a:hlinkClick r:id="rId5"/>
              </a:rPr>
              <a:t>https://www.executivewomanmedia.com/shortcuts-how-to-set-clear-goals/</a:t>
            </a:r>
            <a:endParaRPr lang="de-DE" sz="1400" dirty="0"/>
          </a:p>
          <a:p>
            <a:r>
              <a:rPr lang="de-DE" sz="1400" dirty="0">
                <a:hlinkClick r:id="rId6"/>
              </a:rPr>
              <a:t>https://www.ultimatewb.com/blog/1751/can-html-css-and-javascript-create-a-website/</a:t>
            </a:r>
            <a:endParaRPr lang="de-DE" sz="1400" dirty="0"/>
          </a:p>
          <a:p>
            <a:r>
              <a:rPr lang="de-DE" sz="1400" dirty="0">
                <a:hlinkClick r:id="rId7"/>
              </a:rPr>
              <a:t>https://de.wikipedia.org/wiki/C-Sharp</a:t>
            </a:r>
            <a:endParaRPr lang="de-DE" sz="1400" dirty="0"/>
          </a:p>
          <a:p>
            <a:r>
              <a:rPr lang="de-DE" sz="1400" dirty="0">
                <a:hlinkClick r:id="rId8"/>
              </a:rPr>
              <a:t>https://www.istockphoto.com/de/vektor/deadline-benachrichtigung-ereignis-erinnerung-auf-kalender-vektor-flache-cartoon-gm1223979431-359717034</a:t>
            </a:r>
            <a:endParaRPr lang="de-DE" sz="1400" dirty="0"/>
          </a:p>
          <a:p>
            <a:r>
              <a:rPr lang="de-DE" sz="1400" dirty="0">
                <a:hlinkClick r:id="rId9"/>
              </a:rPr>
              <a:t>https://de.vecteezy.com/vektorkunst/8143497-aufgerolltes-massband-skizze-massband-nahen-handwerk-attribut-schneiderei-workshop-ausrustung-diat-gewichtsverlust-symbol-lange-grosse-messwerkzeug-profi-schneider-instrument</a:t>
            </a:r>
            <a:endParaRPr lang="de-DE" sz="1400" dirty="0"/>
          </a:p>
          <a:p>
            <a:r>
              <a:rPr lang="de-DE" sz="1400" dirty="0">
                <a:hlinkClick r:id="rId10"/>
              </a:rPr>
              <a:t>https://de.freepik.com/vektoren-premium/bewerten-sie-uns-mit-balken-von-1-bis-10-vektorgrafik-im-flachen-design-isoliert-auf-weissem-hintergrund_69654283.htm</a:t>
            </a:r>
            <a:endParaRPr lang="de-DE" sz="1400" dirty="0"/>
          </a:p>
          <a:p>
            <a:r>
              <a:rPr lang="de-DE" sz="1400" dirty="0">
                <a:hlinkClick r:id="rId11"/>
              </a:rPr>
              <a:t>https://de.vecteezy.com/vektorkunst/584225-vector-die-illustrationshande-die-zielflagge-auf-weissem-hintergrund-halten</a:t>
            </a:r>
            <a:endParaRPr lang="de-DE" sz="1400" dirty="0"/>
          </a:p>
          <a:p>
            <a:r>
              <a:rPr lang="de-DE" sz="1400" dirty="0">
                <a:hlinkClick r:id="rId12"/>
              </a:rPr>
              <a:t>https://www.youtube.com/watch?v=Vkgjl0WELko&amp;t=1128s</a:t>
            </a:r>
            <a:endParaRPr lang="de-DE" sz="1400" dirty="0"/>
          </a:p>
          <a:p>
            <a:r>
              <a:rPr lang="de-DE" sz="1400" dirty="0">
                <a:hlinkClick r:id="rId13"/>
              </a:rPr>
              <a:t>https://stock.adobe.com/de/search?k=vielen+dank+f%C3%BCr+ihre+aufmerksamkeit</a:t>
            </a:r>
            <a:endParaRPr lang="de-DE" sz="1400" dirty="0"/>
          </a:p>
          <a:p>
            <a:endParaRPr lang="de-DE" sz="1400" dirty="0"/>
          </a:p>
          <a:p>
            <a:endParaRPr lang="de-DE" sz="1400" dirty="0"/>
          </a:p>
          <a:p>
            <a:endParaRPr lang="de-DE" sz="1400" dirty="0"/>
          </a:p>
          <a:p>
            <a:endParaRPr lang="de-DE" sz="1400" dirty="0"/>
          </a:p>
          <a:p>
            <a:endParaRPr lang="de-DE" sz="1400" dirty="0"/>
          </a:p>
          <a:p>
            <a:endParaRPr lang="de-DE" sz="1400" dirty="0"/>
          </a:p>
          <a:p>
            <a:endParaRPr lang="de-DE" sz="1400" dirty="0"/>
          </a:p>
          <a:p>
            <a:endParaRPr lang="de-DE" sz="1400" dirty="0"/>
          </a:p>
          <a:p>
            <a:endParaRPr lang="de-DE" sz="1400" dirty="0"/>
          </a:p>
        </p:txBody>
      </p:sp>
    </p:spTree>
    <p:extLst>
      <p:ext uri="{BB962C8B-B14F-4D97-AF65-F5344CB8AC3E}">
        <p14:creationId xmlns:p14="http://schemas.microsoft.com/office/powerpoint/2010/main" val="3377679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de-DE" sz="6000" b="0" u="none" strike="noStrike">
                <a:solidFill>
                  <a:schemeClr val="dk1"/>
                </a:solidFill>
                <a:effectLst/>
                <a:uFillTx/>
                <a:latin typeface="Arial Black"/>
              </a:rPr>
              <a:t>Ende </a:t>
            </a:r>
            <a:endParaRPr lang="de-DE" sz="6000" b="0" u="none" strike="noStrike">
              <a:solidFill>
                <a:schemeClr val="dk1"/>
              </a:solidFill>
              <a:effectLst/>
              <a:uFillTx/>
              <a:latin typeface="Calibri"/>
            </a:endParaRPr>
          </a:p>
        </p:txBody>
      </p:sp>
      <p:sp>
        <p:nvSpPr>
          <p:cNvPr id="5" name="PlaceHolder 4"/>
          <p:cNvSpPr>
            <a:spLocks noGrp="1"/>
          </p:cNvSpPr>
          <p:nvPr>
            <p:ph type="sldNum" idx="15"/>
          </p:nvPr>
        </p:nvSpPr>
        <p:spPr/>
        <p:txBody>
          <a:bodyPr/>
          <a:lstStyle/>
          <a:p>
            <a:fld id="{E1A55B52-4D7A-4914-B8D4-B6DFDF6B3A41}" type="slidenum">
              <a:rPr/>
              <a:t>15</a:t>
            </a:fld>
            <a:endParaRPr/>
          </a:p>
        </p:txBody>
      </p:sp>
      <p:sp>
        <p:nvSpPr>
          <p:cNvPr id="6" name="PlaceHolder 5"/>
          <p:cNvSpPr>
            <a:spLocks noGrp="1"/>
          </p:cNvSpPr>
          <p:nvPr>
            <p:ph type="dt" idx="13"/>
          </p:nvPr>
        </p:nvSpPr>
        <p:spPr/>
        <p:txBody>
          <a:bodyPr/>
          <a:lstStyle/>
          <a:p>
            <a:fld id="{073DAB73-8365-4381-BB5D-B571732203B2}" type="datetime1">
              <a:rPr lang="de-DE"/>
              <a:t>19.04.2026</a:t>
            </a:fld>
            <a:endParaRPr lang="de-DE"/>
          </a:p>
        </p:txBody>
      </p:sp>
      <p:pic>
        <p:nvPicPr>
          <p:cNvPr id="7170" name="Picture 2" descr="Vielen Dank Für Ihre Aufmerksamkeit-Bilder: Stock-Fotos &amp; -Videos. | Adobe  Stock">
            <a:extLst>
              <a:ext uri="{FF2B5EF4-FFF2-40B4-BE49-F238E27FC236}">
                <a16:creationId xmlns:a16="http://schemas.microsoft.com/office/drawing/2014/main" id="{9AA38030-FEDC-660D-3E3A-7C7C3E3E6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605" y="136800"/>
            <a:ext cx="6381750" cy="3429000"/>
          </a:xfrm>
          <a:prstGeom prst="rect">
            <a:avLst/>
          </a:prstGeom>
          <a:noFill/>
          <a:extLst>
            <a:ext uri="{909E8E84-426E-40DD-AFC4-6F175D3DCCD1}">
              <a14:hiddenFill xmlns:a14="http://schemas.microsoft.com/office/drawing/2010/main">
                <a:solidFill>
                  <a:srgbClr val="FFFFFF"/>
                </a:solidFill>
              </a14:hiddenFill>
            </a:ext>
          </a:extLst>
        </p:spPr>
      </p:pic>
      <p:pic>
        <p:nvPicPr>
          <p:cNvPr id="3" name="Grafik 2">
            <a:extLst>
              <a:ext uri="{FF2B5EF4-FFF2-40B4-BE49-F238E27FC236}">
                <a16:creationId xmlns:a16="http://schemas.microsoft.com/office/drawing/2014/main" id="{DB67D9E3-239B-9D67-662B-301E8C8EEB9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299124" y="1851300"/>
            <a:ext cx="5784368" cy="479715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413</Words>
  <Application>Microsoft Office PowerPoint</Application>
  <PresentationFormat>Breitbild</PresentationFormat>
  <Paragraphs>178</Paragraphs>
  <Slides>15</Slides>
  <Notes>1</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15</vt:i4>
      </vt:variant>
    </vt:vector>
  </HeadingPairs>
  <TitlesOfParts>
    <vt:vector size="23" baseType="lpstr">
      <vt:lpstr>Aptos</vt:lpstr>
      <vt:lpstr>Arial</vt:lpstr>
      <vt:lpstr>Arial Black</vt:lpstr>
      <vt:lpstr>Calibri</vt:lpstr>
      <vt:lpstr>Symbol</vt:lpstr>
      <vt:lpstr>Times New Roman</vt:lpstr>
      <vt:lpstr>Wingdings</vt:lpstr>
      <vt:lpstr>Office</vt:lpstr>
      <vt:lpstr>Meilensteine vom Pen-And-Paper Mgmt Tool</vt:lpstr>
      <vt:lpstr>Projekt</vt:lpstr>
      <vt:lpstr>Soll-Konzept</vt:lpstr>
      <vt:lpstr>Soll-Konzept</vt:lpstr>
      <vt:lpstr>Soll-Konzept</vt:lpstr>
      <vt:lpstr>Soll-Konzept</vt:lpstr>
      <vt:lpstr>Aktueller Projektstand</vt:lpstr>
      <vt:lpstr>Aktueller Projektstand</vt:lpstr>
      <vt:lpstr>Aktueller Projektstand</vt:lpstr>
      <vt:lpstr>Zielsetzung </vt:lpstr>
      <vt:lpstr>Zielsetzung </vt:lpstr>
      <vt:lpstr>Zielsetzung </vt:lpstr>
      <vt:lpstr>Ausblick </vt:lpstr>
      <vt:lpstr>Bildquellen</vt:lpstr>
      <vt:lpstr>Ende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Nelus Moritz Köchy</dc:creator>
  <dc:description/>
  <cp:lastModifiedBy>Nelus Köchy</cp:lastModifiedBy>
  <cp:revision>13</cp:revision>
  <dcterms:created xsi:type="dcterms:W3CDTF">2026-03-09T09:51:22Z</dcterms:created>
  <dcterms:modified xsi:type="dcterms:W3CDTF">2026-04-19T13:18:35Z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8</vt:i4>
  </property>
</Properties>
</file>